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4" r:id="rId10"/>
    <p:sldId id="263" r:id="rId11"/>
    <p:sldId id="268" r:id="rId12"/>
    <p:sldId id="265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EF91E-EE37-49CA-8D97-0CA711A4CDF7}" v="2503" dt="2026-04-22T03:38:46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42" d="100"/>
          <a:sy n="242" d="100"/>
        </p:scale>
        <p:origin x="5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sh Sachdeva" userId="cf57985431923dfa" providerId="LiveId" clId="{168034EC-5E04-40E6-BBC4-F4034C7FECD9}"/>
    <pc:docChg chg="undo custSel addSld delSld modSld sldOrd">
      <pc:chgData name="Aarsh Sachdeva" userId="cf57985431923dfa" providerId="LiveId" clId="{168034EC-5E04-40E6-BBC4-F4034C7FECD9}" dt="2026-04-22T04:26:52.033" v="8188" actId="47"/>
      <pc:docMkLst>
        <pc:docMk/>
      </pc:docMkLst>
      <pc:sldChg chg="modSp">
        <pc:chgData name="Aarsh Sachdeva" userId="cf57985431923dfa" providerId="LiveId" clId="{168034EC-5E04-40E6-BBC4-F4034C7FECD9}" dt="2026-04-19T23:49:01.944" v="2375" actId="20577"/>
        <pc:sldMkLst>
          <pc:docMk/>
          <pc:sldMk cId="709344833" sldId="259"/>
        </pc:sldMkLst>
        <pc:spChg chg="mod">
          <ac:chgData name="Aarsh Sachdeva" userId="cf57985431923dfa" providerId="LiveId" clId="{168034EC-5E04-40E6-BBC4-F4034C7FECD9}" dt="2026-04-19T23:49:01.944" v="2375" actId="20577"/>
          <ac:spMkLst>
            <pc:docMk/>
            <pc:sldMk cId="709344833" sldId="259"/>
            <ac:spMk id="20" creationId="{15978CCB-4B91-2617-871B-B7058D135ACD}"/>
          </ac:spMkLst>
        </pc:spChg>
      </pc:sldChg>
      <pc:sldChg chg="addSp delSp modSp add mod">
        <pc:chgData name="Aarsh Sachdeva" userId="cf57985431923dfa" providerId="LiveId" clId="{168034EC-5E04-40E6-BBC4-F4034C7FECD9}" dt="2026-04-19T20:09:18.779" v="846" actId="20577"/>
        <pc:sldMkLst>
          <pc:docMk/>
          <pc:sldMk cId="1390669706" sldId="260"/>
        </pc:sldMkLst>
        <pc:spChg chg="mod">
          <ac:chgData name="Aarsh Sachdeva" userId="cf57985431923dfa" providerId="LiveId" clId="{168034EC-5E04-40E6-BBC4-F4034C7FECD9}" dt="2026-04-19T20:09:18.779" v="846" actId="20577"/>
          <ac:spMkLst>
            <pc:docMk/>
            <pc:sldMk cId="1390669706" sldId="260"/>
            <ac:spMk id="2" creationId="{BC5E9413-43E2-264B-8FF2-513A7042FECA}"/>
          </ac:spMkLst>
        </pc:spChg>
        <pc:spChg chg="add mod">
          <ac:chgData name="Aarsh Sachdeva" userId="cf57985431923dfa" providerId="LiveId" clId="{168034EC-5E04-40E6-BBC4-F4034C7FECD9}" dt="2026-04-19T20:00:53.724" v="783" actId="1076"/>
          <ac:spMkLst>
            <pc:docMk/>
            <pc:sldMk cId="1390669706" sldId="260"/>
            <ac:spMk id="5" creationId="{A06B766E-402A-087B-CDF3-EA8DF06C49F5}"/>
          </ac:spMkLst>
        </pc:spChg>
        <pc:spChg chg="add mod">
          <ac:chgData name="Aarsh Sachdeva" userId="cf57985431923dfa" providerId="LiveId" clId="{168034EC-5E04-40E6-BBC4-F4034C7FECD9}" dt="2026-04-19T20:01:05.838" v="785" actId="255"/>
          <ac:spMkLst>
            <pc:docMk/>
            <pc:sldMk cId="1390669706" sldId="260"/>
            <ac:spMk id="6" creationId="{62FA0942-0AE8-8986-B068-D5FFFDF3FF07}"/>
          </ac:spMkLst>
        </pc:spChg>
        <pc:spChg chg="add mod">
          <ac:chgData name="Aarsh Sachdeva" userId="cf57985431923dfa" providerId="LiveId" clId="{168034EC-5E04-40E6-BBC4-F4034C7FECD9}" dt="2026-04-19T20:07:07.439" v="808" actId="1582"/>
          <ac:spMkLst>
            <pc:docMk/>
            <pc:sldMk cId="1390669706" sldId="260"/>
            <ac:spMk id="7" creationId="{E04A743E-8C0C-75B8-1BD2-159ADA5E5A29}"/>
          </ac:spMkLst>
        </pc:spChg>
      </pc:sldChg>
      <pc:sldChg chg="addSp delSp modSp add mod">
        <pc:chgData name="Aarsh Sachdeva" userId="cf57985431923dfa" providerId="LiveId" clId="{168034EC-5E04-40E6-BBC4-F4034C7FECD9}" dt="2026-04-21T20:36:51.015" v="6168" actId="14100"/>
        <pc:sldMkLst>
          <pc:docMk/>
          <pc:sldMk cId="1281033269" sldId="261"/>
        </pc:sldMkLst>
        <pc:spChg chg="mod">
          <ac:chgData name="Aarsh Sachdeva" userId="cf57985431923dfa" providerId="LiveId" clId="{168034EC-5E04-40E6-BBC4-F4034C7FECD9}" dt="2026-04-21T19:50:42.383" v="6153" actId="20577"/>
          <ac:spMkLst>
            <pc:docMk/>
            <pc:sldMk cId="1281033269" sldId="261"/>
            <ac:spMk id="2" creationId="{A7050EE3-2F3B-92D6-795A-FDC30BC40A86}"/>
          </ac:spMkLst>
        </pc:spChg>
        <pc:spChg chg="mod">
          <ac:chgData name="Aarsh Sachdeva" userId="cf57985431923dfa" providerId="LiveId" clId="{168034EC-5E04-40E6-BBC4-F4034C7FECD9}" dt="2026-04-21T19:44:25.720" v="6049" actId="1076"/>
          <ac:spMkLst>
            <pc:docMk/>
            <pc:sldMk cId="1281033269" sldId="261"/>
            <ac:spMk id="5" creationId="{D9505862-E767-1310-267E-C50C4015308A}"/>
          </ac:spMkLst>
        </pc:spChg>
        <pc:spChg chg="mod">
          <ac:chgData name="Aarsh Sachdeva" userId="cf57985431923dfa" providerId="LiveId" clId="{168034EC-5E04-40E6-BBC4-F4034C7FECD9}" dt="2026-04-21T19:44:25.720" v="6049" actId="1076"/>
          <ac:spMkLst>
            <pc:docMk/>
            <pc:sldMk cId="1281033269" sldId="261"/>
            <ac:spMk id="6" creationId="{453D042A-CB83-E845-18D6-85B54793579B}"/>
          </ac:spMkLst>
        </pc:spChg>
        <pc:spChg chg="mod">
          <ac:chgData name="Aarsh Sachdeva" userId="cf57985431923dfa" providerId="LiveId" clId="{168034EC-5E04-40E6-BBC4-F4034C7FECD9}" dt="2026-04-21T19:44:06.190" v="6048" actId="1076"/>
          <ac:spMkLst>
            <pc:docMk/>
            <pc:sldMk cId="1281033269" sldId="261"/>
            <ac:spMk id="7" creationId="{EB2E4BA8-EC3D-1552-5AC4-C16F0BD34504}"/>
          </ac:spMkLst>
        </pc:spChg>
        <pc:spChg chg="add mod">
          <ac:chgData name="Aarsh Sachdeva" userId="cf57985431923dfa" providerId="LiveId" clId="{168034EC-5E04-40E6-BBC4-F4034C7FECD9}" dt="2026-04-21T20:36:51.015" v="6168" actId="14100"/>
          <ac:spMkLst>
            <pc:docMk/>
            <pc:sldMk cId="1281033269" sldId="261"/>
            <ac:spMk id="9" creationId="{EC137664-70AB-8674-FE62-1DBB8896915A}"/>
          </ac:spMkLst>
        </pc:spChg>
      </pc:sldChg>
      <pc:sldChg chg="addSp delSp modSp add mod">
        <pc:chgData name="Aarsh Sachdeva" userId="cf57985431923dfa" providerId="LiveId" clId="{168034EC-5E04-40E6-BBC4-F4034C7FECD9}" dt="2026-04-21T20:43:50.597" v="6169" actId="20577"/>
        <pc:sldMkLst>
          <pc:docMk/>
          <pc:sldMk cId="1961921506" sldId="262"/>
        </pc:sldMkLst>
        <pc:spChg chg="mod">
          <ac:chgData name="Aarsh Sachdeva" userId="cf57985431923dfa" providerId="LiveId" clId="{168034EC-5E04-40E6-BBC4-F4034C7FECD9}" dt="2026-04-19T21:52:34.012" v="1508" actId="20577"/>
          <ac:spMkLst>
            <pc:docMk/>
            <pc:sldMk cId="1961921506" sldId="262"/>
            <ac:spMk id="2" creationId="{483D2562-1CAA-32DC-F71F-843589870611}"/>
          </ac:spMkLst>
        </pc:spChg>
        <pc:spChg chg="add mod">
          <ac:chgData name="Aarsh Sachdeva" userId="cf57985431923dfa" providerId="LiveId" clId="{168034EC-5E04-40E6-BBC4-F4034C7FECD9}" dt="2026-04-19T23:35:53.697" v="1836" actId="1076"/>
          <ac:spMkLst>
            <pc:docMk/>
            <pc:sldMk cId="1961921506" sldId="262"/>
            <ac:spMk id="11" creationId="{30A871FD-E59D-0F57-E0A2-31BC2A380C0D}"/>
          </ac:spMkLst>
        </pc:spChg>
        <pc:spChg chg="add mod">
          <ac:chgData name="Aarsh Sachdeva" userId="cf57985431923dfa" providerId="LiveId" clId="{168034EC-5E04-40E6-BBC4-F4034C7FECD9}" dt="2026-04-19T23:35:53.697" v="1836" actId="1076"/>
          <ac:spMkLst>
            <pc:docMk/>
            <pc:sldMk cId="1961921506" sldId="262"/>
            <ac:spMk id="12" creationId="{F3EED753-794E-A03E-11E6-022F63FDDEB0}"/>
          </ac:spMkLst>
        </pc:spChg>
        <pc:spChg chg="add mod">
          <ac:chgData name="Aarsh Sachdeva" userId="cf57985431923dfa" providerId="LiveId" clId="{168034EC-5E04-40E6-BBC4-F4034C7FECD9}" dt="2026-04-21T20:43:50.597" v="6169" actId="20577"/>
          <ac:spMkLst>
            <pc:docMk/>
            <pc:sldMk cId="1961921506" sldId="262"/>
            <ac:spMk id="16" creationId="{9D66606A-08A4-74C7-8F04-C0DAA0D5F91C}"/>
          </ac:spMkLst>
        </pc:spChg>
        <pc:picChg chg="add mod">
          <ac:chgData name="Aarsh Sachdeva" userId="cf57985431923dfa" providerId="LiveId" clId="{168034EC-5E04-40E6-BBC4-F4034C7FECD9}" dt="2026-04-19T23:35:53.697" v="1836" actId="1076"/>
          <ac:picMkLst>
            <pc:docMk/>
            <pc:sldMk cId="1961921506" sldId="262"/>
            <ac:picMk id="8" creationId="{2199BDBC-33AF-87A9-8CF9-E7E7283848B0}"/>
          </ac:picMkLst>
        </pc:picChg>
        <pc:picChg chg="add mod">
          <ac:chgData name="Aarsh Sachdeva" userId="cf57985431923dfa" providerId="LiveId" clId="{168034EC-5E04-40E6-BBC4-F4034C7FECD9}" dt="2026-04-19T23:35:53.697" v="1836" actId="1076"/>
          <ac:picMkLst>
            <pc:docMk/>
            <pc:sldMk cId="1961921506" sldId="262"/>
            <ac:picMk id="10" creationId="{4DE64241-B114-FD77-4BCA-5E5FE7F03AB5}"/>
          </ac:picMkLst>
        </pc:picChg>
        <pc:picChg chg="add mod">
          <ac:chgData name="Aarsh Sachdeva" userId="cf57985431923dfa" providerId="LiveId" clId="{168034EC-5E04-40E6-BBC4-F4034C7FECD9}" dt="2026-04-19T23:47:09.441" v="2358" actId="1076"/>
          <ac:picMkLst>
            <pc:docMk/>
            <pc:sldMk cId="1961921506" sldId="262"/>
            <ac:picMk id="18" creationId="{3A213B9A-7C75-9420-7CF1-7AB00BC631D8}"/>
          </ac:picMkLst>
        </pc:picChg>
        <pc:cxnChg chg="add mod">
          <ac:chgData name="Aarsh Sachdeva" userId="cf57985431923dfa" providerId="LiveId" clId="{168034EC-5E04-40E6-BBC4-F4034C7FECD9}" dt="2026-04-19T23:36:41.108" v="1841" actId="13822"/>
          <ac:cxnSpMkLst>
            <pc:docMk/>
            <pc:sldMk cId="1961921506" sldId="262"/>
            <ac:cxnSpMk id="14" creationId="{A34E50CC-1727-84EC-0F3F-1521F737793F}"/>
          </ac:cxnSpMkLst>
        </pc:cxnChg>
        <pc:cxnChg chg="add mod">
          <ac:chgData name="Aarsh Sachdeva" userId="cf57985431923dfa" providerId="LiveId" clId="{168034EC-5E04-40E6-BBC4-F4034C7FECD9}" dt="2026-04-19T23:36:41.108" v="1841" actId="13822"/>
          <ac:cxnSpMkLst>
            <pc:docMk/>
            <pc:sldMk cId="1961921506" sldId="262"/>
            <ac:cxnSpMk id="15" creationId="{5758E854-CBF8-89FE-DE52-850D31F2BA9E}"/>
          </ac:cxnSpMkLst>
        </pc:cxnChg>
      </pc:sldChg>
      <pc:sldChg chg="addSp delSp modSp new mod">
        <pc:chgData name="Aarsh Sachdeva" userId="cf57985431923dfa" providerId="LiveId" clId="{168034EC-5E04-40E6-BBC4-F4034C7FECD9}" dt="2026-04-21T21:49:33.588" v="6383" actId="164"/>
        <pc:sldMkLst>
          <pc:docMk/>
          <pc:sldMk cId="1425588914" sldId="263"/>
        </pc:sldMkLst>
        <pc:spChg chg="add mod">
          <ac:chgData name="Aarsh Sachdeva" userId="cf57985431923dfa" providerId="LiveId" clId="{168034EC-5E04-40E6-BBC4-F4034C7FECD9}" dt="2026-04-20T02:46:03.694" v="2623" actId="1076"/>
          <ac:spMkLst>
            <pc:docMk/>
            <pc:sldMk cId="1425588914" sldId="263"/>
            <ac:spMk id="11" creationId="{B9963515-A07E-0923-FDF3-0A0574BD229D}"/>
          </ac:spMkLst>
        </pc:spChg>
        <pc:spChg chg="add mod">
          <ac:chgData name="Aarsh Sachdeva" userId="cf57985431923dfa" providerId="LiveId" clId="{168034EC-5E04-40E6-BBC4-F4034C7FECD9}" dt="2026-04-21T00:11:35.971" v="5194" actId="20577"/>
          <ac:spMkLst>
            <pc:docMk/>
            <pc:sldMk cId="1425588914" sldId="263"/>
            <ac:spMk id="18" creationId="{545A906E-337C-CE92-811F-DA8A9883ED12}"/>
          </ac:spMkLst>
        </pc:spChg>
        <pc:spChg chg="add mod">
          <ac:chgData name="Aarsh Sachdeva" userId="cf57985431923dfa" providerId="LiveId" clId="{168034EC-5E04-40E6-BBC4-F4034C7FECD9}" dt="2026-04-21T21:42:11.252" v="6344" actId="1076"/>
          <ac:spMkLst>
            <pc:docMk/>
            <pc:sldMk cId="1425588914" sldId="263"/>
            <ac:spMk id="19" creationId="{169F1DDA-83C7-6EA2-3991-CF38CB396A7F}"/>
          </ac:spMkLst>
        </pc:spChg>
        <pc:spChg chg="add mod">
          <ac:chgData name="Aarsh Sachdeva" userId="cf57985431923dfa" providerId="LiveId" clId="{168034EC-5E04-40E6-BBC4-F4034C7FECD9}" dt="2026-04-21T21:42:11.252" v="6344" actId="1076"/>
          <ac:spMkLst>
            <pc:docMk/>
            <pc:sldMk cId="1425588914" sldId="263"/>
            <ac:spMk id="24" creationId="{EBF78733-F3E8-B6B2-FF22-ECF1B5512E2C}"/>
          </ac:spMkLst>
        </pc:spChg>
        <pc:spChg chg="add mod ord">
          <ac:chgData name="Aarsh Sachdeva" userId="cf57985431923dfa" providerId="LiveId" clId="{168034EC-5E04-40E6-BBC4-F4034C7FECD9}" dt="2026-04-21T21:42:11.252" v="6344" actId="1076"/>
          <ac:spMkLst>
            <pc:docMk/>
            <pc:sldMk cId="1425588914" sldId="263"/>
            <ac:spMk id="25" creationId="{8C672B58-3637-7A81-129A-9F09EEAF9F2C}"/>
          </ac:spMkLst>
        </pc:spChg>
        <pc:spChg chg="add mod">
          <ac:chgData name="Aarsh Sachdeva" userId="cf57985431923dfa" providerId="LiveId" clId="{168034EC-5E04-40E6-BBC4-F4034C7FECD9}" dt="2026-04-21T21:44:41.351" v="6368" actId="122"/>
          <ac:spMkLst>
            <pc:docMk/>
            <pc:sldMk cId="1425588914" sldId="263"/>
            <ac:spMk id="30" creationId="{C3C4C416-A112-9015-565B-05587CEFC713}"/>
          </ac:spMkLst>
        </pc:spChg>
        <pc:spChg chg="add mod">
          <ac:chgData name="Aarsh Sachdeva" userId="cf57985431923dfa" providerId="LiveId" clId="{168034EC-5E04-40E6-BBC4-F4034C7FECD9}" dt="2026-04-21T21:49:33.588" v="6383" actId="164"/>
          <ac:spMkLst>
            <pc:docMk/>
            <pc:sldMk cId="1425588914" sldId="263"/>
            <ac:spMk id="36" creationId="{129BB2C3-4711-D4A8-19D0-1BA9051945C8}"/>
          </ac:spMkLst>
        </pc:spChg>
        <pc:grpChg chg="del mod">
          <ac:chgData name="Aarsh Sachdeva" userId="cf57985431923dfa" providerId="LiveId" clId="{168034EC-5E04-40E6-BBC4-F4034C7FECD9}" dt="2026-04-21T21:49:02.505" v="6379" actId="478"/>
          <ac:grpSpMkLst>
            <pc:docMk/>
            <pc:sldMk cId="1425588914" sldId="263"/>
            <ac:grpSpMk id="34" creationId="{916D528C-9310-9827-0351-3AC82CBA8059}"/>
          </ac:grpSpMkLst>
        </pc:grpChg>
        <pc:grpChg chg="add mod">
          <ac:chgData name="Aarsh Sachdeva" userId="cf57985431923dfa" providerId="LiveId" clId="{168034EC-5E04-40E6-BBC4-F4034C7FECD9}" dt="2026-04-21T21:49:33.588" v="6383" actId="164"/>
          <ac:grpSpMkLst>
            <pc:docMk/>
            <pc:sldMk cId="1425588914" sldId="263"/>
            <ac:grpSpMk id="37" creationId="{E3D0B513-5DDA-0FD3-0810-24185D255408}"/>
          </ac:grpSpMkLst>
        </pc:grpChg>
        <pc:picChg chg="add mod">
          <ac:chgData name="Aarsh Sachdeva" userId="cf57985431923dfa" providerId="LiveId" clId="{168034EC-5E04-40E6-BBC4-F4034C7FECD9}" dt="2026-04-20T00:47:40.529" v="2597" actId="1076"/>
          <ac:picMkLst>
            <pc:docMk/>
            <pc:sldMk cId="1425588914" sldId="263"/>
            <ac:picMk id="13" creationId="{E62795DA-BC10-4E99-F65F-52C4097064E3}"/>
          </ac:picMkLst>
        </pc:picChg>
        <pc:picChg chg="add mod">
          <ac:chgData name="Aarsh Sachdeva" userId="cf57985431923dfa" providerId="LiveId" clId="{168034EC-5E04-40E6-BBC4-F4034C7FECD9}" dt="2026-04-21T21:49:33.588" v="6383" actId="164"/>
          <ac:picMkLst>
            <pc:docMk/>
            <pc:sldMk cId="1425588914" sldId="263"/>
            <ac:picMk id="15" creationId="{379744BD-4CE4-FC74-4D03-1D6801EB109D}"/>
          </ac:picMkLst>
        </pc:picChg>
        <pc:picChg chg="add mod">
          <ac:chgData name="Aarsh Sachdeva" userId="cf57985431923dfa" providerId="LiveId" clId="{168034EC-5E04-40E6-BBC4-F4034C7FECD9}" dt="2026-04-21T21:42:11.252" v="6344" actId="1076"/>
          <ac:picMkLst>
            <pc:docMk/>
            <pc:sldMk cId="1425588914" sldId="263"/>
            <ac:picMk id="21" creationId="{995BAF0F-2D81-8EC1-1589-527D9C86F977}"/>
          </ac:picMkLst>
        </pc:picChg>
        <pc:picChg chg="add mod">
          <ac:chgData name="Aarsh Sachdeva" userId="cf57985431923dfa" providerId="LiveId" clId="{168034EC-5E04-40E6-BBC4-F4034C7FECD9}" dt="2026-04-21T21:42:11.252" v="6344" actId="1076"/>
          <ac:picMkLst>
            <pc:docMk/>
            <pc:sldMk cId="1425588914" sldId="263"/>
            <ac:picMk id="27" creationId="{B12996FD-4C91-24F4-F480-392508056442}"/>
          </ac:picMkLst>
        </pc:picChg>
        <pc:inkChg chg="add del">
          <ac:chgData name="Aarsh Sachdeva" userId="cf57985431923dfa" providerId="LiveId" clId="{168034EC-5E04-40E6-BBC4-F4034C7FECD9}" dt="2026-04-21T21:48:17.815" v="6370" actId="9405"/>
          <ac:inkMkLst>
            <pc:docMk/>
            <pc:sldMk cId="1425588914" sldId="263"/>
            <ac:inkMk id="31" creationId="{C1229395-8D5F-7AF5-6FCD-3A954E2CE3CC}"/>
          </ac:inkMkLst>
        </pc:inkChg>
        <pc:inkChg chg="add mod">
          <ac:chgData name="Aarsh Sachdeva" userId="cf57985431923dfa" providerId="LiveId" clId="{168034EC-5E04-40E6-BBC4-F4034C7FECD9}" dt="2026-04-21T21:48:30.831" v="6373"/>
          <ac:inkMkLst>
            <pc:docMk/>
            <pc:sldMk cId="1425588914" sldId="263"/>
            <ac:inkMk id="32" creationId="{3F01A7AB-4D10-ABAC-9A31-6AEC71210081}"/>
          </ac:inkMkLst>
        </pc:inkChg>
        <pc:inkChg chg="add mod">
          <ac:chgData name="Aarsh Sachdeva" userId="cf57985431923dfa" providerId="LiveId" clId="{168034EC-5E04-40E6-BBC4-F4034C7FECD9}" dt="2026-04-21T21:48:30.831" v="6373"/>
          <ac:inkMkLst>
            <pc:docMk/>
            <pc:sldMk cId="1425588914" sldId="263"/>
            <ac:inkMk id="33" creationId="{B9A941BD-ED0E-EB73-C2AC-FA9ABFA18BA3}"/>
          </ac:inkMkLst>
        </pc:inkChg>
        <pc:inkChg chg="add mod">
          <ac:chgData name="Aarsh Sachdeva" userId="cf57985431923dfa" providerId="LiveId" clId="{168034EC-5E04-40E6-BBC4-F4034C7FECD9}" dt="2026-04-21T21:49:33.588" v="6383" actId="164"/>
          <ac:inkMkLst>
            <pc:docMk/>
            <pc:sldMk cId="1425588914" sldId="263"/>
            <ac:inkMk id="35" creationId="{4583B17E-807A-DDCA-1FD4-17ED520ADC79}"/>
          </ac:inkMkLst>
        </pc:inkChg>
      </pc:sldChg>
      <pc:sldChg chg="addSp delSp modSp new mod ord">
        <pc:chgData name="Aarsh Sachdeva" userId="cf57985431923dfa" providerId="LiveId" clId="{168034EC-5E04-40E6-BBC4-F4034C7FECD9}" dt="2026-04-21T21:09:42.760" v="6343" actId="1076"/>
        <pc:sldMkLst>
          <pc:docMk/>
          <pc:sldMk cId="1830618899" sldId="264"/>
        </pc:sldMkLst>
        <pc:spChg chg="add mod">
          <ac:chgData name="Aarsh Sachdeva" userId="cf57985431923dfa" providerId="LiveId" clId="{168034EC-5E04-40E6-BBC4-F4034C7FECD9}" dt="2026-04-20T23:39:46.009" v="4735" actId="20577"/>
          <ac:spMkLst>
            <pc:docMk/>
            <pc:sldMk cId="1830618899" sldId="264"/>
            <ac:spMk id="12" creationId="{1D4F2FA3-8AAC-3C49-6126-003E070DB488}"/>
          </ac:spMkLst>
        </pc:spChg>
        <pc:spChg chg="add mod">
          <ac:chgData name="Aarsh Sachdeva" userId="cf57985431923dfa" providerId="LiveId" clId="{168034EC-5E04-40E6-BBC4-F4034C7FECD9}" dt="2026-04-21T21:07:14.222" v="6173" actId="20577"/>
          <ac:spMkLst>
            <pc:docMk/>
            <pc:sldMk cId="1830618899" sldId="264"/>
            <ac:spMk id="13" creationId="{015FEEA9-6468-9DCC-91EB-FC512CC5C311}"/>
          </ac:spMkLst>
        </pc:spChg>
        <pc:spChg chg="add mod">
          <ac:chgData name="Aarsh Sachdeva" userId="cf57985431923dfa" providerId="LiveId" clId="{168034EC-5E04-40E6-BBC4-F4034C7FECD9}" dt="2026-04-21T21:09:42.760" v="6343" actId="1076"/>
          <ac:spMkLst>
            <pc:docMk/>
            <pc:sldMk cId="1830618899" sldId="264"/>
            <ac:spMk id="14" creationId="{06B74725-7210-2C25-16F4-65425F0A8453}"/>
          </ac:spMkLst>
        </pc:spChg>
        <pc:picChg chg="add mod">
          <ac:chgData name="Aarsh Sachdeva" userId="cf57985431923dfa" providerId="LiveId" clId="{168034EC-5E04-40E6-BBC4-F4034C7FECD9}" dt="2026-04-20T23:39:16.975" v="4722" actId="1076"/>
          <ac:picMkLst>
            <pc:docMk/>
            <pc:sldMk cId="1830618899" sldId="264"/>
            <ac:picMk id="3" creationId="{B216BE1E-1665-F0BD-D9CC-8B7F6D819424}"/>
          </ac:picMkLst>
        </pc:picChg>
        <pc:picChg chg="add mod">
          <ac:chgData name="Aarsh Sachdeva" userId="cf57985431923dfa" providerId="LiveId" clId="{168034EC-5E04-40E6-BBC4-F4034C7FECD9}" dt="2026-04-20T23:39:13.808" v="4721" actId="1076"/>
          <ac:picMkLst>
            <pc:docMk/>
            <pc:sldMk cId="1830618899" sldId="264"/>
            <ac:picMk id="7" creationId="{C097884B-D197-8241-E533-410DB24D1312}"/>
          </ac:picMkLst>
        </pc:picChg>
        <pc:picChg chg="add mod">
          <ac:chgData name="Aarsh Sachdeva" userId="cf57985431923dfa" providerId="LiveId" clId="{168034EC-5E04-40E6-BBC4-F4034C7FECD9}" dt="2026-04-21T21:07:08.363" v="6170" actId="1076"/>
          <ac:picMkLst>
            <pc:docMk/>
            <pc:sldMk cId="1830618899" sldId="264"/>
            <ac:picMk id="9" creationId="{1DFA9B45-2D94-253A-F6D7-A4F24019E5B1}"/>
          </ac:picMkLst>
        </pc:picChg>
        <pc:picChg chg="add mod">
          <ac:chgData name="Aarsh Sachdeva" userId="cf57985431923dfa" providerId="LiveId" clId="{168034EC-5E04-40E6-BBC4-F4034C7FECD9}" dt="2026-04-20T23:39:19.776" v="4723" actId="1076"/>
          <ac:picMkLst>
            <pc:docMk/>
            <pc:sldMk cId="1830618899" sldId="264"/>
            <ac:picMk id="11" creationId="{F1293150-893B-410A-413A-B8D5192AF8D3}"/>
          </ac:picMkLst>
        </pc:picChg>
      </pc:sldChg>
      <pc:sldChg chg="addSp delSp modSp add mod">
        <pc:chgData name="Aarsh Sachdeva" userId="cf57985431923dfa" providerId="LiveId" clId="{168034EC-5E04-40E6-BBC4-F4034C7FECD9}" dt="2026-04-22T03:38:46.077" v="8174"/>
        <pc:sldMkLst>
          <pc:docMk/>
          <pc:sldMk cId="2559894856" sldId="265"/>
        </pc:sldMkLst>
        <pc:spChg chg="add mod">
          <ac:chgData name="Aarsh Sachdeva" userId="cf57985431923dfa" providerId="LiveId" clId="{168034EC-5E04-40E6-BBC4-F4034C7FECD9}" dt="2026-04-22T03:38:46.077" v="8174"/>
          <ac:spMkLst>
            <pc:docMk/>
            <pc:sldMk cId="2559894856" sldId="265"/>
            <ac:spMk id="4" creationId="{F9496245-2C4B-15B0-1F64-4C325E5415D2}"/>
          </ac:spMkLst>
        </pc:spChg>
        <pc:spChg chg="add mod">
          <ac:chgData name="Aarsh Sachdeva" userId="cf57985431923dfa" providerId="LiveId" clId="{168034EC-5E04-40E6-BBC4-F4034C7FECD9}" dt="2026-04-20T21:32:51.064" v="3805" actId="20577"/>
          <ac:spMkLst>
            <pc:docMk/>
            <pc:sldMk cId="2559894856" sldId="265"/>
            <ac:spMk id="5" creationId="{EACB0A49-EE00-9E23-628F-3C63A0BB81ED}"/>
          </ac:spMkLst>
        </pc:spChg>
        <pc:spChg chg="add mod">
          <ac:chgData name="Aarsh Sachdeva" userId="cf57985431923dfa" providerId="LiveId" clId="{168034EC-5E04-40E6-BBC4-F4034C7FECD9}" dt="2026-04-20T21:32:47.669" v="3804"/>
          <ac:spMkLst>
            <pc:docMk/>
            <pc:sldMk cId="2559894856" sldId="265"/>
            <ac:spMk id="6" creationId="{56078455-7588-0CF4-0312-95C0812820D8}"/>
          </ac:spMkLst>
        </pc:spChg>
        <pc:picChg chg="add mod">
          <ac:chgData name="Aarsh Sachdeva" userId="cf57985431923dfa" providerId="LiveId" clId="{168034EC-5E04-40E6-BBC4-F4034C7FECD9}" dt="2026-04-20T21:10:06.803" v="3802" actId="1076"/>
          <ac:picMkLst>
            <pc:docMk/>
            <pc:sldMk cId="2559894856" sldId="265"/>
            <ac:picMk id="8" creationId="{0D0CFAEC-BA29-AB66-7263-026E3FE89660}"/>
          </ac:picMkLst>
        </pc:picChg>
        <pc:cxnChg chg="add">
          <ac:chgData name="Aarsh Sachdeva" userId="cf57985431923dfa" providerId="LiveId" clId="{168034EC-5E04-40E6-BBC4-F4034C7FECD9}" dt="2026-04-20T21:10:17.675" v="3803" actId="11529"/>
          <ac:cxnSpMkLst>
            <pc:docMk/>
            <pc:sldMk cId="2559894856" sldId="265"/>
            <ac:cxnSpMk id="10" creationId="{AFA01DCA-EAB3-8F7A-F4E9-9562A32EE9CA}"/>
          </ac:cxnSpMkLst>
        </pc:cxnChg>
      </pc:sldChg>
      <pc:sldChg chg="addSp delSp modSp add mod">
        <pc:chgData name="Aarsh Sachdeva" userId="cf57985431923dfa" providerId="LiveId" clId="{168034EC-5E04-40E6-BBC4-F4034C7FECD9}" dt="2026-04-22T03:39:18.213" v="8178" actId="1076"/>
        <pc:sldMkLst>
          <pc:docMk/>
          <pc:sldMk cId="3747704290" sldId="266"/>
        </pc:sldMkLst>
        <pc:spChg chg="add del mod topLvl">
          <ac:chgData name="Aarsh Sachdeva" userId="cf57985431923dfa" providerId="LiveId" clId="{168034EC-5E04-40E6-BBC4-F4034C7FECD9}" dt="2026-04-22T00:17:57.557" v="6934" actId="21"/>
          <ac:spMkLst>
            <pc:docMk/>
            <pc:sldMk cId="3747704290" sldId="266"/>
            <ac:spMk id="2" creationId="{5352E659-E0BD-F712-268C-4528EB8AC0C2}"/>
          </ac:spMkLst>
        </pc:spChg>
        <pc:spChg chg="add del mod">
          <ac:chgData name="Aarsh Sachdeva" userId="cf57985431923dfa" providerId="LiveId" clId="{168034EC-5E04-40E6-BBC4-F4034C7FECD9}" dt="2026-04-22T00:17:57.557" v="6934" actId="21"/>
          <ac:spMkLst>
            <pc:docMk/>
            <pc:sldMk cId="3747704290" sldId="266"/>
            <ac:spMk id="3" creationId="{2D08C03A-2212-B90E-C4D3-44E7765839CE}"/>
          </ac:spMkLst>
        </pc:spChg>
        <pc:spChg chg="add mod topLvl">
          <ac:chgData name="Aarsh Sachdeva" userId="cf57985431923dfa" providerId="LiveId" clId="{168034EC-5E04-40E6-BBC4-F4034C7FECD9}" dt="2026-04-22T03:39:18.213" v="8178" actId="1076"/>
          <ac:spMkLst>
            <pc:docMk/>
            <pc:sldMk cId="3747704290" sldId="266"/>
            <ac:spMk id="7" creationId="{EC302FBF-1725-C5C7-67CC-641AF21A838E}"/>
          </ac:spMkLst>
        </pc:spChg>
        <pc:spChg chg="add mod topLvl">
          <ac:chgData name="Aarsh Sachdeva" userId="cf57985431923dfa" providerId="LiveId" clId="{168034EC-5E04-40E6-BBC4-F4034C7FECD9}" dt="2026-04-22T03:39:15.316" v="8177" actId="1076"/>
          <ac:spMkLst>
            <pc:docMk/>
            <pc:sldMk cId="3747704290" sldId="266"/>
            <ac:spMk id="9" creationId="{AF396EFA-8FC5-B5AA-7DFC-3E05F80E32DC}"/>
          </ac:spMkLst>
        </pc:spChg>
        <pc:spChg chg="add mod topLvl">
          <ac:chgData name="Aarsh Sachdeva" userId="cf57985431923dfa" providerId="LiveId" clId="{168034EC-5E04-40E6-BBC4-F4034C7FECD9}" dt="2026-04-22T03:04:39.351" v="8050" actId="1076"/>
          <ac:spMkLst>
            <pc:docMk/>
            <pc:sldMk cId="3747704290" sldId="266"/>
            <ac:spMk id="11" creationId="{7D6FD7F7-25AB-B441-4B02-6A0AA6B93C76}"/>
          </ac:spMkLst>
        </pc:spChg>
        <pc:spChg chg="add del mod">
          <ac:chgData name="Aarsh Sachdeva" userId="cf57985431923dfa" providerId="LiveId" clId="{168034EC-5E04-40E6-BBC4-F4034C7FECD9}" dt="2026-04-21T22:37:48.322" v="6639" actId="478"/>
          <ac:spMkLst>
            <pc:docMk/>
            <pc:sldMk cId="3747704290" sldId="266"/>
            <ac:spMk id="20" creationId="{2937A0E7-8C77-ED41-CE69-6DC427855C25}"/>
          </ac:spMkLst>
        </pc:spChg>
        <pc:spChg chg="add del mod">
          <ac:chgData name="Aarsh Sachdeva" userId="cf57985431923dfa" providerId="LiveId" clId="{168034EC-5E04-40E6-BBC4-F4034C7FECD9}" dt="2026-04-22T00:17:57.557" v="6934" actId="21"/>
          <ac:spMkLst>
            <pc:docMk/>
            <pc:sldMk cId="3747704290" sldId="266"/>
            <ac:spMk id="21" creationId="{998E726F-7B23-000C-1115-E7F88F939380}"/>
          </ac:spMkLst>
        </pc:spChg>
        <pc:spChg chg="add del mod">
          <ac:chgData name="Aarsh Sachdeva" userId="cf57985431923dfa" providerId="LiveId" clId="{168034EC-5E04-40E6-BBC4-F4034C7FECD9}" dt="2026-04-22T00:17:41.643" v="6931" actId="478"/>
          <ac:spMkLst>
            <pc:docMk/>
            <pc:sldMk cId="3747704290" sldId="266"/>
            <ac:spMk id="27" creationId="{6ED9D59A-8EB7-3432-A154-B8CFD13D7F16}"/>
          </ac:spMkLst>
        </pc:spChg>
        <pc:spChg chg="add del mod">
          <ac:chgData name="Aarsh Sachdeva" userId="cf57985431923dfa" providerId="LiveId" clId="{168034EC-5E04-40E6-BBC4-F4034C7FECD9}" dt="2026-04-22T00:17:45.738" v="6932" actId="478"/>
          <ac:spMkLst>
            <pc:docMk/>
            <pc:sldMk cId="3747704290" sldId="266"/>
            <ac:spMk id="28" creationId="{885EBCC6-8DA3-8415-287A-077BF3818959}"/>
          </ac:spMkLst>
        </pc:spChg>
        <pc:spChg chg="add del mod">
          <ac:chgData name="Aarsh Sachdeva" userId="cf57985431923dfa" providerId="LiveId" clId="{168034EC-5E04-40E6-BBC4-F4034C7FECD9}" dt="2026-04-22T00:17:57.557" v="6934" actId="21"/>
          <ac:spMkLst>
            <pc:docMk/>
            <pc:sldMk cId="3747704290" sldId="266"/>
            <ac:spMk id="37" creationId="{1626440A-E865-A81D-75CB-87B2D5E1A657}"/>
          </ac:spMkLst>
        </pc:spChg>
        <pc:spChg chg="add del mod">
          <ac:chgData name="Aarsh Sachdeva" userId="cf57985431923dfa" providerId="LiveId" clId="{168034EC-5E04-40E6-BBC4-F4034C7FECD9}" dt="2026-04-22T00:16:51.849" v="6914" actId="22"/>
          <ac:spMkLst>
            <pc:docMk/>
            <pc:sldMk cId="3747704290" sldId="266"/>
            <ac:spMk id="39" creationId="{7881F2AC-4FE6-C22D-D0E8-040B86727D25}"/>
          </ac:spMkLst>
        </pc:spChg>
        <pc:spChg chg="add mod">
          <ac:chgData name="Aarsh Sachdeva" userId="cf57985431923dfa" providerId="LiveId" clId="{168034EC-5E04-40E6-BBC4-F4034C7FECD9}" dt="2026-04-22T02:57:46.121" v="7816" actId="164"/>
          <ac:spMkLst>
            <pc:docMk/>
            <pc:sldMk cId="3747704290" sldId="266"/>
            <ac:spMk id="40" creationId="{107C89A0-356B-FBC3-A66B-002BFE30894C}"/>
          </ac:spMkLst>
        </pc:spChg>
        <pc:spChg chg="add mod">
          <ac:chgData name="Aarsh Sachdeva" userId="cf57985431923dfa" providerId="LiveId" clId="{168034EC-5E04-40E6-BBC4-F4034C7FECD9}" dt="2026-04-22T02:57:46.121" v="7816" actId="164"/>
          <ac:spMkLst>
            <pc:docMk/>
            <pc:sldMk cId="3747704290" sldId="266"/>
            <ac:spMk id="41" creationId="{F0487271-992B-5414-DCEF-94A731595523}"/>
          </ac:spMkLst>
        </pc:spChg>
        <pc:spChg chg="add mod">
          <ac:chgData name="Aarsh Sachdeva" userId="cf57985431923dfa" providerId="LiveId" clId="{168034EC-5E04-40E6-BBC4-F4034C7FECD9}" dt="2026-04-22T02:52:38.484" v="7757" actId="164"/>
          <ac:spMkLst>
            <pc:docMk/>
            <pc:sldMk cId="3747704290" sldId="266"/>
            <ac:spMk id="42" creationId="{A40727D9-3B76-F270-7A9D-333A68EAFFF4}"/>
          </ac:spMkLst>
        </pc:spChg>
        <pc:spChg chg="add mod">
          <ac:chgData name="Aarsh Sachdeva" userId="cf57985431923dfa" providerId="LiveId" clId="{168034EC-5E04-40E6-BBC4-F4034C7FECD9}" dt="2026-04-22T02:52:38.484" v="7757" actId="164"/>
          <ac:spMkLst>
            <pc:docMk/>
            <pc:sldMk cId="3747704290" sldId="266"/>
            <ac:spMk id="47" creationId="{86904AF5-50F5-BD4B-B490-381CC3B60C8C}"/>
          </ac:spMkLst>
        </pc:spChg>
        <pc:spChg chg="add mod">
          <ac:chgData name="Aarsh Sachdeva" userId="cf57985431923dfa" providerId="LiveId" clId="{168034EC-5E04-40E6-BBC4-F4034C7FECD9}" dt="2026-04-22T02:52:38.484" v="7757" actId="164"/>
          <ac:spMkLst>
            <pc:docMk/>
            <pc:sldMk cId="3747704290" sldId="266"/>
            <ac:spMk id="48" creationId="{8F7354A4-AAA2-5DC0-AADF-8E68ED8811A8}"/>
          </ac:spMkLst>
        </pc:spChg>
        <pc:spChg chg="add mod">
          <ac:chgData name="Aarsh Sachdeva" userId="cf57985431923dfa" providerId="LiveId" clId="{168034EC-5E04-40E6-BBC4-F4034C7FECD9}" dt="2026-04-22T02:52:50.444" v="7759" actId="164"/>
          <ac:spMkLst>
            <pc:docMk/>
            <pc:sldMk cId="3747704290" sldId="266"/>
            <ac:spMk id="49" creationId="{FE33D5DC-0EB0-9229-8472-EB4609E83EE1}"/>
          </ac:spMkLst>
        </pc:spChg>
        <pc:spChg chg="add mod">
          <ac:chgData name="Aarsh Sachdeva" userId="cf57985431923dfa" providerId="LiveId" clId="{168034EC-5E04-40E6-BBC4-F4034C7FECD9}" dt="2026-04-22T02:52:50.444" v="7759" actId="164"/>
          <ac:spMkLst>
            <pc:docMk/>
            <pc:sldMk cId="3747704290" sldId="266"/>
            <ac:spMk id="56" creationId="{583FDCAC-990B-5D19-D79D-99B48A240A88}"/>
          </ac:spMkLst>
        </pc:spChg>
        <pc:spChg chg="add mod topLvl">
          <ac:chgData name="Aarsh Sachdeva" userId="cf57985431923dfa" providerId="LiveId" clId="{168034EC-5E04-40E6-BBC4-F4034C7FECD9}" dt="2026-04-22T03:04:39.351" v="8050" actId="1076"/>
          <ac:spMkLst>
            <pc:docMk/>
            <pc:sldMk cId="3747704290" sldId="266"/>
            <ac:spMk id="59" creationId="{2D08C03A-2212-B90E-C4D3-44E7765839CE}"/>
          </ac:spMkLst>
        </pc:spChg>
        <pc:spChg chg="add del mod topLvl">
          <ac:chgData name="Aarsh Sachdeva" userId="cf57985431923dfa" providerId="LiveId" clId="{168034EC-5E04-40E6-BBC4-F4034C7FECD9}" dt="2026-04-22T03:37:46.466" v="8162" actId="478"/>
          <ac:spMkLst>
            <pc:docMk/>
            <pc:sldMk cId="3747704290" sldId="266"/>
            <ac:spMk id="60" creationId="{5352E659-E0BD-F712-268C-4528EB8AC0C2}"/>
          </ac:spMkLst>
        </pc:spChg>
        <pc:spChg chg="add mod">
          <ac:chgData name="Aarsh Sachdeva" userId="cf57985431923dfa" providerId="LiveId" clId="{168034EC-5E04-40E6-BBC4-F4034C7FECD9}" dt="2026-04-22T03:02:07.522" v="7953" actId="207"/>
          <ac:spMkLst>
            <pc:docMk/>
            <pc:sldMk cId="3747704290" sldId="266"/>
            <ac:spMk id="63" creationId="{9E3126DD-54B4-9AEA-541F-0B1508C4E161}"/>
          </ac:spMkLst>
        </pc:spChg>
        <pc:spChg chg="add del mod">
          <ac:chgData name="Aarsh Sachdeva" userId="cf57985431923dfa" providerId="LiveId" clId="{168034EC-5E04-40E6-BBC4-F4034C7FECD9}" dt="2026-04-22T03:37:31.568" v="8161" actId="478"/>
          <ac:spMkLst>
            <pc:docMk/>
            <pc:sldMk cId="3747704290" sldId="266"/>
            <ac:spMk id="64" creationId="{0B25D1E4-0275-11B8-A828-860C14DD2D20}"/>
          </ac:spMkLst>
        </pc:spChg>
        <pc:spChg chg="add mod">
          <ac:chgData name="Aarsh Sachdeva" userId="cf57985431923dfa" providerId="LiveId" clId="{168034EC-5E04-40E6-BBC4-F4034C7FECD9}" dt="2026-04-22T03:02:07.522" v="7953" actId="207"/>
          <ac:spMkLst>
            <pc:docMk/>
            <pc:sldMk cId="3747704290" sldId="266"/>
            <ac:spMk id="65" creationId="{A0BBD9F4-8278-92BD-01AA-35DBE0C90DE4}"/>
          </ac:spMkLst>
        </pc:spChg>
        <pc:spChg chg="add mod">
          <ac:chgData name="Aarsh Sachdeva" userId="cf57985431923dfa" providerId="LiveId" clId="{168034EC-5E04-40E6-BBC4-F4034C7FECD9}" dt="2026-04-22T03:00:30.885" v="7948" actId="208"/>
          <ac:spMkLst>
            <pc:docMk/>
            <pc:sldMk cId="3747704290" sldId="266"/>
            <ac:spMk id="66" creationId="{881980F1-83C0-A55D-39FF-9B7DCFBB17BB}"/>
          </ac:spMkLst>
        </pc:spChg>
        <pc:spChg chg="add del mod">
          <ac:chgData name="Aarsh Sachdeva" userId="cf57985431923dfa" providerId="LiveId" clId="{168034EC-5E04-40E6-BBC4-F4034C7FECD9}" dt="2026-04-22T03:37:31.568" v="8161" actId="478"/>
          <ac:spMkLst>
            <pc:docMk/>
            <pc:sldMk cId="3747704290" sldId="266"/>
            <ac:spMk id="67" creationId="{CCB486EB-D7F3-2743-D2C1-56EF0DFCF10C}"/>
          </ac:spMkLst>
        </pc:spChg>
        <pc:spChg chg="add mod">
          <ac:chgData name="Aarsh Sachdeva" userId="cf57985431923dfa" providerId="LiveId" clId="{168034EC-5E04-40E6-BBC4-F4034C7FECD9}" dt="2026-04-22T03:03:11.943" v="7994" actId="14100"/>
          <ac:spMkLst>
            <pc:docMk/>
            <pc:sldMk cId="3747704290" sldId="266"/>
            <ac:spMk id="68" creationId="{48BD5717-C8AB-3578-F60D-BE5871C4D37F}"/>
          </ac:spMkLst>
        </pc:spChg>
        <pc:spChg chg="add mod">
          <ac:chgData name="Aarsh Sachdeva" userId="cf57985431923dfa" providerId="LiveId" clId="{168034EC-5E04-40E6-BBC4-F4034C7FECD9}" dt="2026-04-22T03:38:11.354" v="8168" actId="1076"/>
          <ac:spMkLst>
            <pc:docMk/>
            <pc:sldMk cId="3747704290" sldId="266"/>
            <ac:spMk id="72" creationId="{CBAC7644-09AE-19A7-FE16-2BA44D2E3E6A}"/>
          </ac:spMkLst>
        </pc:spChg>
        <pc:spChg chg="add mod">
          <ac:chgData name="Aarsh Sachdeva" userId="cf57985431923dfa" providerId="LiveId" clId="{168034EC-5E04-40E6-BBC4-F4034C7FECD9}" dt="2026-04-22T03:38:03.648" v="8166" actId="1076"/>
          <ac:spMkLst>
            <pc:docMk/>
            <pc:sldMk cId="3747704290" sldId="266"/>
            <ac:spMk id="73" creationId="{2D553D05-CBA0-9DE6-C5FD-FA1CBF549FF6}"/>
          </ac:spMkLst>
        </pc:spChg>
        <pc:grpChg chg="add del mod">
          <ac:chgData name="Aarsh Sachdeva" userId="cf57985431923dfa" providerId="LiveId" clId="{168034EC-5E04-40E6-BBC4-F4034C7FECD9}" dt="2026-04-21T22:41:36.101" v="6692" actId="478"/>
          <ac:grpSpMkLst>
            <pc:docMk/>
            <pc:sldMk cId="3747704290" sldId="266"/>
            <ac:grpSpMk id="23" creationId="{3548292C-7222-BE6D-31B8-6A198754EC2D}"/>
          </ac:grpSpMkLst>
        </pc:grpChg>
        <pc:grpChg chg="add del mod">
          <ac:chgData name="Aarsh Sachdeva" userId="cf57985431923dfa" providerId="LiveId" clId="{168034EC-5E04-40E6-BBC4-F4034C7FECD9}" dt="2026-04-21T23:07:43.752" v="6708" actId="165"/>
          <ac:grpSpMkLst>
            <pc:docMk/>
            <pc:sldMk cId="3747704290" sldId="266"/>
            <ac:grpSpMk id="26" creationId="{3B0788AD-87E0-76F4-92F8-36963ADA5F04}"/>
          </ac:grpSpMkLst>
        </pc:grpChg>
        <pc:grpChg chg="add del mod">
          <ac:chgData name="Aarsh Sachdeva" userId="cf57985431923dfa" providerId="LiveId" clId="{168034EC-5E04-40E6-BBC4-F4034C7FECD9}" dt="2026-04-22T02:57:30.990" v="7814" actId="21"/>
          <ac:grpSpMkLst>
            <pc:docMk/>
            <pc:sldMk cId="3747704290" sldId="266"/>
            <ac:grpSpMk id="57" creationId="{4E9EBEF4-40CC-34C0-60B8-3006652C8DE7}"/>
          </ac:grpSpMkLst>
        </pc:grpChg>
        <pc:grpChg chg="add del mod">
          <ac:chgData name="Aarsh Sachdeva" userId="cf57985431923dfa" providerId="LiveId" clId="{168034EC-5E04-40E6-BBC4-F4034C7FECD9}" dt="2026-04-22T02:54:36.886" v="7784" actId="21"/>
          <ac:grpSpMkLst>
            <pc:docMk/>
            <pc:sldMk cId="3747704290" sldId="266"/>
            <ac:grpSpMk id="58" creationId="{16A1AE4F-A945-76F2-21D1-CBBF2839ECBA}"/>
          </ac:grpSpMkLst>
        </pc:grpChg>
        <pc:grpChg chg="add del mod">
          <ac:chgData name="Aarsh Sachdeva" userId="cf57985431923dfa" providerId="LiveId" clId="{168034EC-5E04-40E6-BBC4-F4034C7FECD9}" dt="2026-04-22T02:54:54.336" v="7786" actId="165"/>
          <ac:grpSpMkLst>
            <pc:docMk/>
            <pc:sldMk cId="3747704290" sldId="266"/>
            <ac:grpSpMk id="61" creationId="{DD05A0E0-1410-5537-9004-9B2B07AA884C}"/>
          </ac:grpSpMkLst>
        </pc:grpChg>
        <pc:grpChg chg="add del mod">
          <ac:chgData name="Aarsh Sachdeva" userId="cf57985431923dfa" providerId="LiveId" clId="{168034EC-5E04-40E6-BBC4-F4034C7FECD9}" dt="2026-04-22T02:57:47.749" v="7817" actId="21"/>
          <ac:grpSpMkLst>
            <pc:docMk/>
            <pc:sldMk cId="3747704290" sldId="266"/>
            <ac:grpSpMk id="62" creationId="{A49F9437-2AF8-9747-5B1E-65F4955A7D21}"/>
          </ac:grpSpMkLst>
        </pc:grpChg>
        <pc:picChg chg="add del mod">
          <ac:chgData name="Aarsh Sachdeva" userId="cf57985431923dfa" providerId="LiveId" clId="{168034EC-5E04-40E6-BBC4-F4034C7FECD9}" dt="2026-04-21T22:42:45.427" v="6706" actId="21"/>
          <ac:picMkLst>
            <pc:docMk/>
            <pc:sldMk cId="3747704290" sldId="266"/>
            <ac:picMk id="25" creationId="{DEB5EF9C-8298-4D22-B361-9994BF27A113}"/>
          </ac:picMkLst>
        </pc:picChg>
        <pc:picChg chg="add del mod">
          <ac:chgData name="Aarsh Sachdeva" userId="cf57985431923dfa" providerId="LiveId" clId="{168034EC-5E04-40E6-BBC4-F4034C7FECD9}" dt="2026-04-22T00:17:45.738" v="6932" actId="478"/>
          <ac:picMkLst>
            <pc:docMk/>
            <pc:sldMk cId="3747704290" sldId="266"/>
            <ac:picMk id="35" creationId="{99363C71-B57A-953E-5145-C349FB9549DC}"/>
          </ac:picMkLst>
        </pc:picChg>
        <pc:picChg chg="add del mod">
          <ac:chgData name="Aarsh Sachdeva" userId="cf57985431923dfa" providerId="LiveId" clId="{168034EC-5E04-40E6-BBC4-F4034C7FECD9}" dt="2026-04-22T00:17:45.738" v="6932" actId="478"/>
          <ac:picMkLst>
            <pc:docMk/>
            <pc:sldMk cId="3747704290" sldId="266"/>
            <ac:picMk id="36" creationId="{3F5151F0-BF3A-868F-3554-41D5C65E0809}"/>
          </ac:picMkLst>
        </pc:picChg>
        <pc:picChg chg="add del mod">
          <ac:chgData name="Aarsh Sachdeva" userId="cf57985431923dfa" providerId="LiveId" clId="{168034EC-5E04-40E6-BBC4-F4034C7FECD9}" dt="2026-04-22T02:44:01.974" v="7539" actId="478"/>
          <ac:picMkLst>
            <pc:docMk/>
            <pc:sldMk cId="3747704290" sldId="266"/>
            <ac:picMk id="51" creationId="{EAD20577-2959-B53A-001B-0BE12AF9A592}"/>
          </ac:picMkLst>
        </pc:picChg>
        <pc:picChg chg="add mod">
          <ac:chgData name="Aarsh Sachdeva" userId="cf57985431923dfa" providerId="LiveId" clId="{168034EC-5E04-40E6-BBC4-F4034C7FECD9}" dt="2026-04-22T02:52:50.444" v="7759" actId="164"/>
          <ac:picMkLst>
            <pc:docMk/>
            <pc:sldMk cId="3747704290" sldId="266"/>
            <ac:picMk id="55" creationId="{2E39F045-FB8F-ABB2-B124-240A2B1B8097}"/>
          </ac:picMkLst>
        </pc:picChg>
        <pc:picChg chg="add mod">
          <ac:chgData name="Aarsh Sachdeva" userId="cf57985431923dfa" providerId="LiveId" clId="{168034EC-5E04-40E6-BBC4-F4034C7FECD9}" dt="2026-04-22T03:38:07.386" v="8167" actId="1076"/>
          <ac:picMkLst>
            <pc:docMk/>
            <pc:sldMk cId="3747704290" sldId="266"/>
            <ac:picMk id="70" creationId="{D4CED663-1ED3-7CDC-D59D-F2D9F1F6469C}"/>
          </ac:picMkLst>
        </pc:picChg>
        <pc:picChg chg="add mod">
          <ac:chgData name="Aarsh Sachdeva" userId="cf57985431923dfa" providerId="LiveId" clId="{168034EC-5E04-40E6-BBC4-F4034C7FECD9}" dt="2026-04-22T03:37:58.538" v="8165" actId="1076"/>
          <ac:picMkLst>
            <pc:docMk/>
            <pc:sldMk cId="3747704290" sldId="266"/>
            <ac:picMk id="71" creationId="{6A7C35DD-8E7C-771D-9046-5BB54FD52422}"/>
          </ac:picMkLst>
        </pc:picChg>
        <pc:cxnChg chg="add del mod">
          <ac:chgData name="Aarsh Sachdeva" userId="cf57985431923dfa" providerId="LiveId" clId="{168034EC-5E04-40E6-BBC4-F4034C7FECD9}" dt="2026-04-21T22:37:50.615" v="6640" actId="478"/>
          <ac:cxnSpMkLst>
            <pc:docMk/>
            <pc:sldMk cId="3747704290" sldId="266"/>
            <ac:cxnSpMk id="14" creationId="{29F56FC3-F94E-BC3A-4D98-179F4CD9D576}"/>
          </ac:cxnSpMkLst>
        </pc:cxnChg>
        <pc:cxnChg chg="add del mod">
          <ac:chgData name="Aarsh Sachdeva" userId="cf57985431923dfa" providerId="LiveId" clId="{168034EC-5E04-40E6-BBC4-F4034C7FECD9}" dt="2026-04-21T23:10:28.992" v="6729" actId="478"/>
          <ac:cxnSpMkLst>
            <pc:docMk/>
            <pc:sldMk cId="3747704290" sldId="266"/>
            <ac:cxnSpMk id="30" creationId="{72B5DF62-F4A0-ACA8-F325-0D9B781647AE}"/>
          </ac:cxnSpMkLst>
        </pc:cxnChg>
        <pc:cxnChg chg="add mod">
          <ac:chgData name="Aarsh Sachdeva" userId="cf57985431923dfa" providerId="LiveId" clId="{168034EC-5E04-40E6-BBC4-F4034C7FECD9}" dt="2026-04-22T02:52:38.484" v="7757" actId="164"/>
          <ac:cxnSpMkLst>
            <pc:docMk/>
            <pc:sldMk cId="3747704290" sldId="266"/>
            <ac:cxnSpMk id="44" creationId="{356B7BB8-77EF-A0F5-9553-7617A5E54F22}"/>
          </ac:cxnSpMkLst>
        </pc:cxnChg>
        <pc:cxnChg chg="add mod">
          <ac:chgData name="Aarsh Sachdeva" userId="cf57985431923dfa" providerId="LiveId" clId="{168034EC-5E04-40E6-BBC4-F4034C7FECD9}" dt="2026-04-22T02:52:38.484" v="7757" actId="164"/>
          <ac:cxnSpMkLst>
            <pc:docMk/>
            <pc:sldMk cId="3747704290" sldId="266"/>
            <ac:cxnSpMk id="45" creationId="{78749D58-A684-A3A8-7BAA-FC736131ED9E}"/>
          </ac:cxnSpMkLst>
        </pc:cxnChg>
      </pc:sldChg>
      <pc:sldChg chg="addSp delSp modSp new mod ord">
        <pc:chgData name="Aarsh Sachdeva" userId="cf57985431923dfa" providerId="LiveId" clId="{168034EC-5E04-40E6-BBC4-F4034C7FECD9}" dt="2026-04-21T00:55:07.571" v="5662"/>
        <pc:sldMkLst>
          <pc:docMk/>
          <pc:sldMk cId="4062343763" sldId="267"/>
        </pc:sldMkLst>
        <pc:spChg chg="del mod">
          <ac:chgData name="Aarsh Sachdeva" userId="cf57985431923dfa" providerId="LiveId" clId="{168034EC-5E04-40E6-BBC4-F4034C7FECD9}" dt="2026-04-21T00:36:51.091" v="5214" actId="478"/>
          <ac:spMkLst>
            <pc:docMk/>
            <pc:sldMk cId="4062343763" sldId="267"/>
            <ac:spMk id="2" creationId="{A285C157-FA2D-FB84-B808-BF58E4BB665D}"/>
          </ac:spMkLst>
        </pc:spChg>
        <pc:spChg chg="del">
          <ac:chgData name="Aarsh Sachdeva" userId="cf57985431923dfa" providerId="LiveId" clId="{168034EC-5E04-40E6-BBC4-F4034C7FECD9}" dt="2026-04-21T00:36:56.223" v="5216" actId="478"/>
          <ac:spMkLst>
            <pc:docMk/>
            <pc:sldMk cId="4062343763" sldId="267"/>
            <ac:spMk id="3" creationId="{34D3FA9E-EB92-8D47-2652-CB8ECB36A36E}"/>
          </ac:spMkLst>
        </pc:spChg>
        <pc:spChg chg="add del mod">
          <ac:chgData name="Aarsh Sachdeva" userId="cf57985431923dfa" providerId="LiveId" clId="{168034EC-5E04-40E6-BBC4-F4034C7FECD9}" dt="2026-04-21T00:36:53.856" v="5215" actId="478"/>
          <ac:spMkLst>
            <pc:docMk/>
            <pc:sldMk cId="4062343763" sldId="267"/>
            <ac:spMk id="5" creationId="{80B0B6BC-4040-105E-C328-D7001FD592CB}"/>
          </ac:spMkLst>
        </pc:spChg>
        <pc:spChg chg="add mod">
          <ac:chgData name="Aarsh Sachdeva" userId="cf57985431923dfa" providerId="LiveId" clId="{168034EC-5E04-40E6-BBC4-F4034C7FECD9}" dt="2026-04-21T00:52:16.726" v="5652" actId="20577"/>
          <ac:spMkLst>
            <pc:docMk/>
            <pc:sldMk cId="4062343763" sldId="267"/>
            <ac:spMk id="6" creationId="{14978E5C-68B5-EB13-54D0-292577D08D9C}"/>
          </ac:spMkLst>
        </pc:spChg>
        <pc:spChg chg="add mod">
          <ac:chgData name="Aarsh Sachdeva" userId="cf57985431923dfa" providerId="LiveId" clId="{168034EC-5E04-40E6-BBC4-F4034C7FECD9}" dt="2026-04-21T00:52:44.838" v="5660" actId="208"/>
          <ac:spMkLst>
            <pc:docMk/>
            <pc:sldMk cId="4062343763" sldId="267"/>
            <ac:spMk id="9" creationId="{69ADCC7D-5D0D-9E74-3415-A074FC492EFD}"/>
          </ac:spMkLst>
        </pc:spChg>
        <pc:cxnChg chg="add mod">
          <ac:chgData name="Aarsh Sachdeva" userId="cf57985431923dfa" providerId="LiveId" clId="{168034EC-5E04-40E6-BBC4-F4034C7FECD9}" dt="2026-04-21T00:52:31.708" v="5656" actId="14100"/>
          <ac:cxnSpMkLst>
            <pc:docMk/>
            <pc:sldMk cId="4062343763" sldId="267"/>
            <ac:cxnSpMk id="8" creationId="{5721A974-7854-5931-608A-8448D83C9458}"/>
          </ac:cxnSpMkLst>
        </pc:cxnChg>
      </pc:sldChg>
      <pc:sldChg chg="addSp delSp modSp add mod ord">
        <pc:chgData name="Aarsh Sachdeva" userId="cf57985431923dfa" providerId="LiveId" clId="{168034EC-5E04-40E6-BBC4-F4034C7FECD9}" dt="2026-04-21T22:19:45.945" v="6636" actId="478"/>
        <pc:sldMkLst>
          <pc:docMk/>
          <pc:sldMk cId="3668384784" sldId="268"/>
        </pc:sldMkLst>
        <pc:spChg chg="add mod">
          <ac:chgData name="Aarsh Sachdeva" userId="cf57985431923dfa" providerId="LiveId" clId="{168034EC-5E04-40E6-BBC4-F4034C7FECD9}" dt="2026-04-21T01:12:54.627" v="6043" actId="20577"/>
          <ac:spMkLst>
            <pc:docMk/>
            <pc:sldMk cId="3668384784" sldId="268"/>
            <ac:spMk id="2" creationId="{224F0D19-5234-4E7F-6723-60C522B63328}"/>
          </ac:spMkLst>
        </pc:spChg>
        <pc:spChg chg="del mod">
          <ac:chgData name="Aarsh Sachdeva" userId="cf57985431923dfa" providerId="LiveId" clId="{168034EC-5E04-40E6-BBC4-F4034C7FECD9}" dt="2026-04-21T01:05:13.522" v="5668" actId="478"/>
          <ac:spMkLst>
            <pc:docMk/>
            <pc:sldMk cId="3668384784" sldId="268"/>
            <ac:spMk id="4" creationId="{1FD6D0AF-28ED-FB78-976A-7C200BE8E506}"/>
          </ac:spMkLst>
        </pc:spChg>
        <pc:spChg chg="del">
          <ac:chgData name="Aarsh Sachdeva" userId="cf57985431923dfa" providerId="LiveId" clId="{168034EC-5E04-40E6-BBC4-F4034C7FECD9}" dt="2026-04-21T01:05:09.305" v="5666" actId="478"/>
          <ac:spMkLst>
            <pc:docMk/>
            <pc:sldMk cId="3668384784" sldId="268"/>
            <ac:spMk id="5" creationId="{6835FCA1-7986-8629-5D81-5E4BBFE7F960}"/>
          </ac:spMkLst>
        </pc:spChg>
        <pc:spChg chg="del">
          <ac:chgData name="Aarsh Sachdeva" userId="cf57985431923dfa" providerId="LiveId" clId="{168034EC-5E04-40E6-BBC4-F4034C7FECD9}" dt="2026-04-21T01:05:09.305" v="5666" actId="478"/>
          <ac:spMkLst>
            <pc:docMk/>
            <pc:sldMk cId="3668384784" sldId="268"/>
            <ac:spMk id="6" creationId="{5BC74E18-E3CF-1BFC-04F0-B575AE7D6FB0}"/>
          </ac:spMkLst>
        </pc:spChg>
        <pc:spChg chg="add mod">
          <ac:chgData name="Aarsh Sachdeva" userId="cf57985431923dfa" providerId="LiveId" clId="{168034EC-5E04-40E6-BBC4-F4034C7FECD9}" dt="2026-04-21T22:15:19.666" v="6406" actId="14100"/>
          <ac:spMkLst>
            <pc:docMk/>
            <pc:sldMk cId="3668384784" sldId="268"/>
            <ac:spMk id="9" creationId="{4899840E-D035-EF92-D125-E19748A777D9}"/>
          </ac:spMkLst>
        </pc:spChg>
        <pc:spChg chg="add mod">
          <ac:chgData name="Aarsh Sachdeva" userId="cf57985431923dfa" providerId="LiveId" clId="{168034EC-5E04-40E6-BBC4-F4034C7FECD9}" dt="2026-04-21T22:15:55.661" v="6410" actId="1076"/>
          <ac:spMkLst>
            <pc:docMk/>
            <pc:sldMk cId="3668384784" sldId="268"/>
            <ac:spMk id="11" creationId="{612150EA-7CA2-F414-A233-7BA9ACAB8881}"/>
          </ac:spMkLst>
        </pc:spChg>
        <pc:spChg chg="add mod">
          <ac:chgData name="Aarsh Sachdeva" userId="cf57985431923dfa" providerId="LiveId" clId="{168034EC-5E04-40E6-BBC4-F4034C7FECD9}" dt="2026-04-21T22:19:43.742" v="6635" actId="1076"/>
          <ac:spMkLst>
            <pc:docMk/>
            <pc:sldMk cId="3668384784" sldId="268"/>
            <ac:spMk id="12" creationId="{E588446A-188C-B31F-1343-6AA64643E2B9}"/>
          </ac:spMkLst>
        </pc:spChg>
        <pc:picChg chg="add del mod">
          <ac:chgData name="Aarsh Sachdeva" userId="cf57985431923dfa" providerId="LiveId" clId="{168034EC-5E04-40E6-BBC4-F4034C7FECD9}" dt="2026-04-21T22:19:45.945" v="6636" actId="478"/>
          <ac:picMkLst>
            <pc:docMk/>
            <pc:sldMk cId="3668384784" sldId="268"/>
            <ac:picMk id="7" creationId="{A8DF0A25-E941-C08A-26D4-766532ADCBC9}"/>
          </ac:picMkLst>
        </pc:picChg>
        <pc:picChg chg="del">
          <ac:chgData name="Aarsh Sachdeva" userId="cf57985431923dfa" providerId="LiveId" clId="{168034EC-5E04-40E6-BBC4-F4034C7FECD9}" dt="2026-04-21T01:05:09.305" v="5666" actId="478"/>
          <ac:picMkLst>
            <pc:docMk/>
            <pc:sldMk cId="3668384784" sldId="268"/>
            <ac:picMk id="8" creationId="{1A914846-8E8A-B961-0E05-D7E68B6DB7ED}"/>
          </ac:picMkLst>
        </pc:picChg>
        <pc:cxnChg chg="del">
          <ac:chgData name="Aarsh Sachdeva" userId="cf57985431923dfa" providerId="LiveId" clId="{168034EC-5E04-40E6-BBC4-F4034C7FECD9}" dt="2026-04-21T01:05:09.305" v="5666" actId="478"/>
          <ac:cxnSpMkLst>
            <pc:docMk/>
            <pc:sldMk cId="3668384784" sldId="268"/>
            <ac:cxnSpMk id="10" creationId="{CC069B0C-B708-6635-2D4A-2A306D429BD5}"/>
          </ac:cxnSpMkLst>
        </pc:cxnChg>
      </pc:sldChg>
      <pc:sldChg chg="addSp delSp modSp new del mod">
        <pc:chgData name="Aarsh Sachdeva" userId="cf57985431923dfa" providerId="LiveId" clId="{168034EC-5E04-40E6-BBC4-F4034C7FECD9}" dt="2026-04-22T04:26:52.033" v="8188" actId="47"/>
        <pc:sldMkLst>
          <pc:docMk/>
          <pc:sldMk cId="3769929195" sldId="269"/>
        </pc:sldMkLst>
        <pc:picChg chg="add del mod">
          <ac:chgData name="Aarsh Sachdeva" userId="cf57985431923dfa" providerId="LiveId" clId="{168034EC-5E04-40E6-BBC4-F4034C7FECD9}" dt="2026-04-22T03:50:04.076" v="8179" actId="478"/>
          <ac:picMkLst>
            <pc:docMk/>
            <pc:sldMk cId="3769929195" sldId="269"/>
            <ac:picMk id="25" creationId="{DEB5EF9C-8298-4D22-B361-9994BF27A113}"/>
          </ac:picMkLst>
        </pc:picChg>
      </pc:sldChg>
      <pc:sldChg chg="addSp delSp modSp new mod">
        <pc:chgData name="Aarsh Sachdeva" userId="cf57985431923dfa" providerId="LiveId" clId="{168034EC-5E04-40E6-BBC4-F4034C7FECD9}" dt="2026-04-22T04:16:38.232" v="8187" actId="1076"/>
        <pc:sldMkLst>
          <pc:docMk/>
          <pc:sldMk cId="3426337719" sldId="270"/>
        </pc:sldMkLst>
        <pc:spChg chg="add del mod">
          <ac:chgData name="Aarsh Sachdeva" userId="cf57985431923dfa" providerId="LiveId" clId="{168034EC-5E04-40E6-BBC4-F4034C7FECD9}" dt="2026-04-22T02:53:39.480" v="7773" actId="21"/>
          <ac:spMkLst>
            <pc:docMk/>
            <pc:sldMk cId="3426337719" sldId="270"/>
            <ac:spMk id="2" creationId="{5352E659-E0BD-F712-268C-4528EB8AC0C2}"/>
          </ac:spMkLst>
        </pc:spChg>
        <pc:spChg chg="add del mod">
          <ac:chgData name="Aarsh Sachdeva" userId="cf57985431923dfa" providerId="LiveId" clId="{168034EC-5E04-40E6-BBC4-F4034C7FECD9}" dt="2026-04-22T02:53:00.162" v="7761" actId="21"/>
          <ac:spMkLst>
            <pc:docMk/>
            <pc:sldMk cId="3426337719" sldId="270"/>
            <ac:spMk id="3" creationId="{2D08C03A-2212-B90E-C4D3-44E7765839CE}"/>
          </ac:spMkLst>
        </pc:spChg>
        <pc:spChg chg="add del mod">
          <ac:chgData name="Aarsh Sachdeva" userId="cf57985431923dfa" providerId="LiveId" clId="{168034EC-5E04-40E6-BBC4-F4034C7FECD9}" dt="2026-04-22T03:05:50.464" v="8056" actId="478"/>
          <ac:spMkLst>
            <pc:docMk/>
            <pc:sldMk cId="3426337719" sldId="270"/>
            <ac:spMk id="21" creationId="{998E726F-7B23-000C-1115-E7F88F939380}"/>
          </ac:spMkLst>
        </pc:spChg>
        <pc:spChg chg="add mod">
          <ac:chgData name="Aarsh Sachdeva" userId="cf57985431923dfa" providerId="LiveId" clId="{168034EC-5E04-40E6-BBC4-F4034C7FECD9}" dt="2026-04-22T03:07:46.167" v="8068" actId="1076"/>
          <ac:spMkLst>
            <pc:docMk/>
            <pc:sldMk cId="3426337719" sldId="270"/>
            <ac:spMk id="37" creationId="{1626440A-E865-A81D-75CB-87B2D5E1A657}"/>
          </ac:spMkLst>
        </pc:spChg>
        <pc:spChg chg="mod topLvl">
          <ac:chgData name="Aarsh Sachdeva" userId="cf57985431923dfa" providerId="LiveId" clId="{168034EC-5E04-40E6-BBC4-F4034C7FECD9}" dt="2026-04-22T03:09:12.074" v="8080" actId="1076"/>
          <ac:spMkLst>
            <pc:docMk/>
            <pc:sldMk cId="3426337719" sldId="270"/>
            <ac:spMk id="40" creationId="{107C89A0-356B-FBC3-A66B-002BFE30894C}"/>
          </ac:spMkLst>
        </pc:spChg>
        <pc:spChg chg="mod topLvl">
          <ac:chgData name="Aarsh Sachdeva" userId="cf57985431923dfa" providerId="LiveId" clId="{168034EC-5E04-40E6-BBC4-F4034C7FECD9}" dt="2026-04-22T03:08:00.295" v="8070" actId="1076"/>
          <ac:spMkLst>
            <pc:docMk/>
            <pc:sldMk cId="3426337719" sldId="270"/>
            <ac:spMk id="41" creationId="{F0487271-992B-5414-DCEF-94A731595523}"/>
          </ac:spMkLst>
        </pc:spChg>
        <pc:spChg chg="mod">
          <ac:chgData name="Aarsh Sachdeva" userId="cf57985431923dfa" providerId="LiveId" clId="{168034EC-5E04-40E6-BBC4-F4034C7FECD9}" dt="2026-04-22T02:57:33.731" v="7815"/>
          <ac:spMkLst>
            <pc:docMk/>
            <pc:sldMk cId="3426337719" sldId="270"/>
            <ac:spMk id="42" creationId="{A40727D9-3B76-F270-7A9D-333A68EAFFF4}"/>
          </ac:spMkLst>
        </pc:spChg>
        <pc:spChg chg="mod">
          <ac:chgData name="Aarsh Sachdeva" userId="cf57985431923dfa" providerId="LiveId" clId="{168034EC-5E04-40E6-BBC4-F4034C7FECD9}" dt="2026-04-22T02:57:33.731" v="7815"/>
          <ac:spMkLst>
            <pc:docMk/>
            <pc:sldMk cId="3426337719" sldId="270"/>
            <ac:spMk id="47" creationId="{86904AF5-50F5-BD4B-B490-381CC3B60C8C}"/>
          </ac:spMkLst>
        </pc:spChg>
        <pc:spChg chg="mod">
          <ac:chgData name="Aarsh Sachdeva" userId="cf57985431923dfa" providerId="LiveId" clId="{168034EC-5E04-40E6-BBC4-F4034C7FECD9}" dt="2026-04-22T02:57:33.731" v="7815"/>
          <ac:spMkLst>
            <pc:docMk/>
            <pc:sldMk cId="3426337719" sldId="270"/>
            <ac:spMk id="48" creationId="{8F7354A4-AAA2-5DC0-AADF-8E68ED8811A8}"/>
          </ac:spMkLst>
        </pc:spChg>
        <pc:spChg chg="mod topLvl">
          <ac:chgData name="Aarsh Sachdeva" userId="cf57985431923dfa" providerId="LiveId" clId="{168034EC-5E04-40E6-BBC4-F4034C7FECD9}" dt="2026-04-22T03:09:07.515" v="8079" actId="1076"/>
          <ac:spMkLst>
            <pc:docMk/>
            <pc:sldMk cId="3426337719" sldId="270"/>
            <ac:spMk id="49" creationId="{FE33D5DC-0EB0-9229-8472-EB4609E83EE1}"/>
          </ac:spMkLst>
        </pc:spChg>
        <pc:spChg chg="mod topLvl">
          <ac:chgData name="Aarsh Sachdeva" userId="cf57985431923dfa" providerId="LiveId" clId="{168034EC-5E04-40E6-BBC4-F4034C7FECD9}" dt="2026-04-22T03:09:02.275" v="8077" actId="1076"/>
          <ac:spMkLst>
            <pc:docMk/>
            <pc:sldMk cId="3426337719" sldId="270"/>
            <ac:spMk id="56" creationId="{583FDCAC-990B-5D19-D79D-99B48A240A88}"/>
          </ac:spMkLst>
        </pc:spChg>
        <pc:grpChg chg="add mod">
          <ac:chgData name="Aarsh Sachdeva" userId="cf57985431923dfa" providerId="LiveId" clId="{168034EC-5E04-40E6-BBC4-F4034C7FECD9}" dt="2026-04-22T03:05:55.815" v="8057" actId="1076"/>
          <ac:grpSpMkLst>
            <pc:docMk/>
            <pc:sldMk cId="3426337719" sldId="270"/>
            <ac:grpSpMk id="57" creationId="{4E9EBEF4-40CC-34C0-60B8-3006652C8DE7}"/>
          </ac:grpSpMkLst>
        </pc:grpChg>
        <pc:grpChg chg="add del mod">
          <ac:chgData name="Aarsh Sachdeva" userId="cf57985431923dfa" providerId="LiveId" clId="{168034EC-5E04-40E6-BBC4-F4034C7FECD9}" dt="2026-04-22T03:08:19.001" v="8072" actId="165"/>
          <ac:grpSpMkLst>
            <pc:docMk/>
            <pc:sldMk cId="3426337719" sldId="270"/>
            <ac:grpSpMk id="58" creationId="{16A1AE4F-A945-76F2-21D1-CBBF2839ECBA}"/>
          </ac:grpSpMkLst>
        </pc:grpChg>
        <pc:grpChg chg="add del mod">
          <ac:chgData name="Aarsh Sachdeva" userId="cf57985431923dfa" providerId="LiveId" clId="{168034EC-5E04-40E6-BBC4-F4034C7FECD9}" dt="2026-04-22T03:06:34.272" v="8060" actId="165"/>
          <ac:grpSpMkLst>
            <pc:docMk/>
            <pc:sldMk cId="3426337719" sldId="270"/>
            <ac:grpSpMk id="62" creationId="{A49F9437-2AF8-9747-5B1E-65F4955A7D21}"/>
          </ac:grpSpMkLst>
        </pc:grpChg>
        <pc:picChg chg="add del mod">
          <ac:chgData name="Aarsh Sachdeva" userId="cf57985431923dfa" providerId="LiveId" clId="{168034EC-5E04-40E6-BBC4-F4034C7FECD9}" dt="2026-04-22T03:53:59.571" v="8183" actId="478"/>
          <ac:picMkLst>
            <pc:docMk/>
            <pc:sldMk cId="3426337719" sldId="270"/>
            <ac:picMk id="5" creationId="{21257A74-DABA-6825-76C0-9EA7FD003935}"/>
          </ac:picMkLst>
        </pc:picChg>
        <pc:picChg chg="add mod">
          <ac:chgData name="Aarsh Sachdeva" userId="cf57985431923dfa" providerId="LiveId" clId="{168034EC-5E04-40E6-BBC4-F4034C7FECD9}" dt="2026-04-22T04:16:38.232" v="8187" actId="1076"/>
          <ac:picMkLst>
            <pc:docMk/>
            <pc:sldMk cId="3426337719" sldId="270"/>
            <ac:picMk id="7" creationId="{0F4468E6-508F-22D9-259B-EA7E2A66D7D6}"/>
          </ac:picMkLst>
        </pc:picChg>
        <pc:picChg chg="mod topLvl">
          <ac:chgData name="Aarsh Sachdeva" userId="cf57985431923dfa" providerId="LiveId" clId="{168034EC-5E04-40E6-BBC4-F4034C7FECD9}" dt="2026-04-22T03:09:04.113" v="8078" actId="1076"/>
          <ac:picMkLst>
            <pc:docMk/>
            <pc:sldMk cId="3426337719" sldId="270"/>
            <ac:picMk id="55" creationId="{2E39F045-FB8F-ABB2-B124-240A2B1B8097}"/>
          </ac:picMkLst>
        </pc:picChg>
        <pc:cxnChg chg="mod">
          <ac:chgData name="Aarsh Sachdeva" userId="cf57985431923dfa" providerId="LiveId" clId="{168034EC-5E04-40E6-BBC4-F4034C7FECD9}" dt="2026-04-22T02:57:33.731" v="7815"/>
          <ac:cxnSpMkLst>
            <pc:docMk/>
            <pc:sldMk cId="3426337719" sldId="270"/>
            <ac:cxnSpMk id="44" creationId="{356B7BB8-77EF-A0F5-9553-7617A5E54F22}"/>
          </ac:cxnSpMkLst>
        </pc:cxnChg>
        <pc:cxnChg chg="mod">
          <ac:chgData name="Aarsh Sachdeva" userId="cf57985431923dfa" providerId="LiveId" clId="{168034EC-5E04-40E6-BBC4-F4034C7FECD9}" dt="2026-04-22T02:57:33.731" v="7815"/>
          <ac:cxnSpMkLst>
            <pc:docMk/>
            <pc:sldMk cId="3426337719" sldId="270"/>
            <ac:cxnSpMk id="45" creationId="{78749D58-A684-A3A8-7BAA-FC736131ED9E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21:48:32.4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24575,'97'0'0,"178"-23"0,-259 19 0,-26 4 0,-27 3 0,-77 26-1365,99-25-5461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AC560-8773-4E3F-A304-FE029BDA8C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D56FC-32C6-4DDC-AC12-F6130C90D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3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ED56FC-32C6-4DDC-AC12-F6130C90D5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2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4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7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6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84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4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6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90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12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7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4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DFDE-C135-FAAF-5D65-EB3F277C5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9"/>
            <a:ext cx="5019419" cy="238824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Mathematical Statistics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FAB7D-A434-65CF-71E7-0B9E36A8E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23853"/>
            <a:ext cx="5019418" cy="1724029"/>
          </a:xfrm>
        </p:spPr>
        <p:txBody>
          <a:bodyPr anchor="t">
            <a:normAutofit/>
          </a:bodyPr>
          <a:lstStyle/>
          <a:p>
            <a:r>
              <a:rPr lang="en-US"/>
              <a:t>Name: Aarsh Sachdeva</a:t>
            </a:r>
          </a:p>
          <a:p>
            <a:r>
              <a:rPr lang="en-US"/>
              <a:t>A#: A20595501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7689CC-BC56-4D95-BFFE-C39BA943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AB4E8-7F14-D3CC-AA61-D022FC852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713" b="-2"/>
          <a:stretch>
            <a:fillRect/>
          </a:stretch>
        </p:blipFill>
        <p:spPr>
          <a:xfrm>
            <a:off x="6665001" y="508090"/>
            <a:ext cx="5010912" cy="27889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AC32A6-3372-B4C3-22DC-616B47413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800" b="-2"/>
          <a:stretch>
            <a:fillRect/>
          </a:stretch>
        </p:blipFill>
        <p:spPr>
          <a:xfrm>
            <a:off x="6665003" y="3560991"/>
            <a:ext cx="5006078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6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BE1F6B-DA4D-D152-C09A-893BFE3B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015" y="2400832"/>
            <a:ext cx="7104888" cy="1399032"/>
          </a:xfrm>
        </p:spPr>
        <p:txBody>
          <a:bodyPr>
            <a:normAutofit fontScale="25000" lnSpcReduction="20000"/>
          </a:bodyPr>
          <a:lstStyle/>
          <a:p>
            <a:r>
              <a:rPr lang="en-US" sz="10000" dirty="0"/>
              <a:t>What are we aiming to do?</a:t>
            </a:r>
          </a:p>
          <a:p>
            <a:endParaRPr lang="en-US" sz="10000" dirty="0"/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4500" dirty="0"/>
              <a:t>Clean and preprocess the bicycle demand data.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4500" dirty="0"/>
              <a:t>Perform Residual analysis and statistical inference on the data.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4500" dirty="0"/>
              <a:t>Fitting linear models (Linear regression, regularized linear models and Robust linear regression) &amp; Generalized linear models (Poisson model &amp; Negative Binomial model) on the data.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4500" dirty="0"/>
              <a:t>Determine the ML/ statistical model best fit for the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1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5759E-161F-B334-5CE5-A0F42F7B9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6B2C23-4750-8FE6-6E73-B026B9FC4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0" y="446568"/>
            <a:ext cx="7104888" cy="767458"/>
          </a:xfrm>
        </p:spPr>
        <p:txBody>
          <a:bodyPr>
            <a:normAutofit/>
          </a:bodyPr>
          <a:lstStyle/>
          <a:p>
            <a:r>
              <a:rPr lang="en-US" dirty="0"/>
              <a:t>How does the data look like?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B4E0CC-4861-4845-7C4D-F959A5177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29" y="1441328"/>
            <a:ext cx="11403016" cy="34028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A67AFB-F277-C554-603F-B64BFC0A6584}"/>
              </a:ext>
            </a:extLst>
          </p:cNvPr>
          <p:cNvSpPr/>
          <p:nvPr/>
        </p:nvSpPr>
        <p:spPr>
          <a:xfrm>
            <a:off x="9722411" y="1390739"/>
            <a:ext cx="1875583" cy="3508744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51D18-2B6C-7860-E7AE-E24DF3308847}"/>
              </a:ext>
            </a:extLst>
          </p:cNvPr>
          <p:cNvSpPr/>
          <p:nvPr/>
        </p:nvSpPr>
        <p:spPr>
          <a:xfrm>
            <a:off x="134680" y="1390739"/>
            <a:ext cx="9527433" cy="3508744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68761B-7A56-A344-9D63-2AF92634111B}"/>
              </a:ext>
            </a:extLst>
          </p:cNvPr>
          <p:cNvCxnSpPr/>
          <p:nvPr/>
        </p:nvCxnSpPr>
        <p:spPr>
          <a:xfrm>
            <a:off x="7930055" y="872807"/>
            <a:ext cx="520262" cy="0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E6EE43-C47F-EB20-7C34-8D24124804D2}"/>
              </a:ext>
            </a:extLst>
          </p:cNvPr>
          <p:cNvCxnSpPr/>
          <p:nvPr/>
        </p:nvCxnSpPr>
        <p:spPr>
          <a:xfrm>
            <a:off x="7930055" y="1149882"/>
            <a:ext cx="5202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12484BC-DCC7-C6DE-A4F9-B86B6F70D513}"/>
              </a:ext>
            </a:extLst>
          </p:cNvPr>
          <p:cNvSpPr txBox="1"/>
          <p:nvPr/>
        </p:nvSpPr>
        <p:spPr>
          <a:xfrm>
            <a:off x="8450317" y="734300"/>
            <a:ext cx="886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55806-DC15-1005-71BF-78C08D39ACD2}"/>
              </a:ext>
            </a:extLst>
          </p:cNvPr>
          <p:cNvSpPr txBox="1"/>
          <p:nvPr/>
        </p:nvSpPr>
        <p:spPr>
          <a:xfrm>
            <a:off x="8450317" y="1011336"/>
            <a:ext cx="886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Output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49AAAAA5-B414-B932-6878-302889F9E6C6}"/>
              </a:ext>
            </a:extLst>
          </p:cNvPr>
          <p:cNvSpPr/>
          <p:nvPr/>
        </p:nvSpPr>
        <p:spPr>
          <a:xfrm rot="16200000">
            <a:off x="1442545" y="4132233"/>
            <a:ext cx="390197" cy="163567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16FE8E-4F7C-F3D7-939D-A20760FE5616}"/>
              </a:ext>
            </a:extLst>
          </p:cNvPr>
          <p:cNvSpPr txBox="1"/>
          <p:nvPr/>
        </p:nvSpPr>
        <p:spPr>
          <a:xfrm>
            <a:off x="532086" y="5215861"/>
            <a:ext cx="244759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Dropping these columns before starting with analysis as these are redundant and do not provide any additional information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31E1B7F3-A6CF-FDD2-36B9-4B3F16E60BA3}"/>
              </a:ext>
            </a:extLst>
          </p:cNvPr>
          <p:cNvSpPr/>
          <p:nvPr/>
        </p:nvSpPr>
        <p:spPr>
          <a:xfrm rot="16200000">
            <a:off x="4675789" y="2924249"/>
            <a:ext cx="390197" cy="4005757"/>
          </a:xfrm>
          <a:prstGeom prst="leftBrace">
            <a:avLst>
              <a:gd name="adj1" fmla="val 8333"/>
              <a:gd name="adj2" fmla="val 6210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8FBC7169-A892-EA29-651F-4B9891BCBE17}"/>
              </a:ext>
            </a:extLst>
          </p:cNvPr>
          <p:cNvSpPr/>
          <p:nvPr/>
        </p:nvSpPr>
        <p:spPr>
          <a:xfrm rot="16200000">
            <a:off x="8118755" y="3601810"/>
            <a:ext cx="390197" cy="269651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832F36-7155-75B7-37A6-8A19116AEA7E}"/>
              </a:ext>
            </a:extLst>
          </p:cNvPr>
          <p:cNvSpPr txBox="1"/>
          <p:nvPr/>
        </p:nvSpPr>
        <p:spPr>
          <a:xfrm>
            <a:off x="3833647" y="5122226"/>
            <a:ext cx="2876859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Although these have numerical values but due to low cardinality and discrete values these are categorical columns.</a:t>
            </a:r>
          </a:p>
          <a:p>
            <a:r>
              <a:rPr lang="en-US" sz="1200" dirty="0"/>
              <a:t>Would require dummy variable to work with these columns.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DAD23B-9322-3B90-9F0E-CCF708E2ABA2}"/>
              </a:ext>
            </a:extLst>
          </p:cNvPr>
          <p:cNvSpPr txBox="1"/>
          <p:nvPr/>
        </p:nvSpPr>
        <p:spPr>
          <a:xfrm>
            <a:off x="7124349" y="5200333"/>
            <a:ext cx="24475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Numerical columns (columns having continuous values) these would require scaling.</a:t>
            </a:r>
          </a:p>
        </p:txBody>
      </p:sp>
    </p:spTree>
    <p:extLst>
      <p:ext uri="{BB962C8B-B14F-4D97-AF65-F5344CB8AC3E}">
        <p14:creationId xmlns:p14="http://schemas.microsoft.com/office/powerpoint/2010/main" val="3141893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465C0-C2CC-8A3D-427D-9CAB2DB3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141C2B-6910-9383-339C-F07E183B8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0" y="446568"/>
            <a:ext cx="7104888" cy="767458"/>
          </a:xfrm>
        </p:spPr>
        <p:txBody>
          <a:bodyPr>
            <a:normAutofit/>
          </a:bodyPr>
          <a:lstStyle/>
          <a:p>
            <a:r>
              <a:rPr lang="en-US" dirty="0"/>
              <a:t>Next steps: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3E6514-90B8-CDE1-4176-4F872817276F}"/>
              </a:ext>
            </a:extLst>
          </p:cNvPr>
          <p:cNvSpPr txBox="1"/>
          <p:nvPr/>
        </p:nvSpPr>
        <p:spPr>
          <a:xfrm>
            <a:off x="197069" y="1521440"/>
            <a:ext cx="681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Checking for multicollinearity in the data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110557-5633-2BAF-BC33-F8FE750AB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88" y="981402"/>
            <a:ext cx="5837429" cy="4824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E757DF-9431-8193-132E-168154A13B72}"/>
                  </a:ext>
                </a:extLst>
              </p:cNvPr>
              <p:cNvSpPr txBox="1"/>
              <p:nvPr/>
            </p:nvSpPr>
            <p:spPr>
              <a:xfrm>
                <a:off x="74640" y="2364828"/>
                <a:ext cx="5522119" cy="1769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Multicollinearity is when 2 or more columns are highly correlated.</a:t>
                </a:r>
              </a:p>
              <a:p>
                <a:endParaRPr lang="en-US" dirty="0"/>
              </a:p>
              <a:p>
                <a:r>
                  <a:rPr lang="en-US" dirty="0"/>
                  <a:t>What happens when columns are correlated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 smtClean="0"/>
                          <m:t>(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E757DF-9431-8193-132E-168154A13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0" y="2364828"/>
                <a:ext cx="5522119" cy="1769202"/>
              </a:xfrm>
              <a:prstGeom prst="rect">
                <a:avLst/>
              </a:prstGeom>
              <a:blipFill>
                <a:blip r:embed="rId3"/>
                <a:stretch>
                  <a:fillRect l="-883" t="-2069" r="-1545" b="-4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978CCB-4B91-2617-871B-B7058D135ACD}"/>
                  </a:ext>
                </a:extLst>
              </p:cNvPr>
              <p:cNvSpPr txBox="1"/>
              <p:nvPr/>
            </p:nvSpPr>
            <p:spPr>
              <a:xfrm>
                <a:off x="315817" y="4166175"/>
                <a:ext cx="5394490" cy="2001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dirty="0"/>
                  <a:t>X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mr>
                    </m:m>
                  </m:oMath>
                </a14:m>
                <a:endParaRPr lang="en-US" dirty="0"/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= 0</a:t>
                </a:r>
              </a:p>
              <a:p>
                <a:endParaRPr lang="en-US" dirty="0"/>
              </a:p>
              <a:p>
                <a:r>
                  <a:rPr lang="en-US" dirty="0"/>
                  <a:t>Inv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) is not defined .Hence,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estimation becomes</a:t>
                </a:r>
              </a:p>
              <a:p>
                <a:r>
                  <a:rPr lang="en-US" dirty="0"/>
                  <a:t>an ill-conditioned problem.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5978CCB-4B91-2617-871B-B7058D13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17" y="4166175"/>
                <a:ext cx="5394490" cy="2001382"/>
              </a:xfrm>
              <a:prstGeom prst="rect">
                <a:avLst/>
              </a:prstGeom>
              <a:blipFill>
                <a:blip r:embed="rId4"/>
                <a:stretch>
                  <a:fillRect l="-2712" t="-3951" r="-2712" b="-6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2BD24320-6A5D-3B0E-3111-BA42E1FDEFBF}"/>
              </a:ext>
            </a:extLst>
          </p:cNvPr>
          <p:cNvSpPr/>
          <p:nvPr/>
        </p:nvSpPr>
        <p:spPr>
          <a:xfrm>
            <a:off x="9412014" y="5273566"/>
            <a:ext cx="425669" cy="4769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29EF7B-33F4-BD9C-975E-28A9A86F355D}"/>
              </a:ext>
            </a:extLst>
          </p:cNvPr>
          <p:cNvSpPr txBox="1"/>
          <p:nvPr/>
        </p:nvSpPr>
        <p:spPr>
          <a:xfrm>
            <a:off x="9254359" y="5896303"/>
            <a:ext cx="86316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Will drop it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9C6E84-CBA8-527B-EC8A-1DC9EEA20F5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>
            <a:off x="9624849" y="5750472"/>
            <a:ext cx="61091" cy="145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34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501FD-B607-EF6E-4355-F012427D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42F4CC-2FE2-7118-5172-7F7C503B1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0" y="446568"/>
            <a:ext cx="7104888" cy="767458"/>
          </a:xfrm>
        </p:spPr>
        <p:txBody>
          <a:bodyPr>
            <a:normAutofit/>
          </a:bodyPr>
          <a:lstStyle/>
          <a:p>
            <a:r>
              <a:rPr lang="en-US" dirty="0"/>
              <a:t>Next steps: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E9413-43E2-264B-8FF2-513A7042FECA}"/>
              </a:ext>
            </a:extLst>
          </p:cNvPr>
          <p:cNvSpPr txBox="1"/>
          <p:nvPr/>
        </p:nvSpPr>
        <p:spPr>
          <a:xfrm>
            <a:off x="197069" y="1521440"/>
            <a:ext cx="105928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2) Preprocessing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OneHotEncoding</a:t>
            </a:r>
            <a:r>
              <a:rPr lang="en-US" dirty="0"/>
              <a:t>: Used for encoding categorical and avoid introduction of pseudo-hierarchy which is untrue.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B766E-402A-087B-CDF3-EA8DF06C49F5}"/>
              </a:ext>
            </a:extLst>
          </p:cNvPr>
          <p:cNvSpPr txBox="1"/>
          <p:nvPr/>
        </p:nvSpPr>
        <p:spPr>
          <a:xfrm>
            <a:off x="197069" y="3706445"/>
            <a:ext cx="11929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 before splitting the data as it may lead to some categories being missing in the test data specially in sequential data splitting (like this case).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FA0942-0AE8-8986-B068-D5FFFDF3FF07}"/>
                  </a:ext>
                </a:extLst>
              </p:cNvPr>
              <p:cNvSpPr txBox="1"/>
              <p:nvPr/>
            </p:nvSpPr>
            <p:spPr>
              <a:xfrm>
                <a:off x="131298" y="4352776"/>
                <a:ext cx="11929403" cy="1872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Dimention increase after </a:t>
                </a:r>
                <a:r>
                  <a:rPr lang="en-US" dirty="0" err="1"/>
                  <a:t>OneHotEncoding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3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3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</m:oMath>
                </a14:m>
                <a:r>
                  <a:rPr lang="en-US" sz="2300" dirty="0"/>
                  <a:t>                  </a:t>
                </a:r>
              </a:p>
              <a:p>
                <a:pPr/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𝑤h𝑒𝑟𝑒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𝑐𝑎𝑡𝑒𝑔𝑜𝑟𝑖𝑐𝑎𝑙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𝑐𝑜𝑙𝑢𝑚𝑛𝑠</m:t>
                          </m:r>
                        </m: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𝑢𝑛𝑖𝑞𝑢𝑒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𝑐𝑎𝑡𝑒𝑔𝑜𝑟𝑖𝑒𝑠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𝑐𝑜𝑙𝑢𝑚𝑛</m:t>
                          </m:r>
                        </m:e>
                      </m:eqAr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FA0942-0AE8-8986-B068-D5FFFDF3F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98" y="4352776"/>
                <a:ext cx="11929403" cy="1872629"/>
              </a:xfrm>
              <a:prstGeom prst="rect">
                <a:avLst/>
              </a:prstGeom>
              <a:blipFill>
                <a:blip r:embed="rId2"/>
                <a:stretch>
                  <a:fillRect l="-460" t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04A743E-8C0C-75B8-1BD2-159ADA5E5A29}"/>
              </a:ext>
            </a:extLst>
          </p:cNvPr>
          <p:cNvSpPr txBox="1"/>
          <p:nvPr/>
        </p:nvSpPr>
        <p:spPr>
          <a:xfrm>
            <a:off x="1301322" y="2783115"/>
            <a:ext cx="8785214" cy="731520"/>
          </a:xfrm>
          <a:prstGeom prst="rect">
            <a:avLst/>
          </a:prstGeom>
          <a:solidFill>
            <a:schemeClr val="tx1"/>
          </a:solidFill>
          <a:ln w="762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from </a:t>
            </a:r>
            <a:r>
              <a:rPr lang="en-US" b="1" dirty="0" err="1">
                <a:solidFill>
                  <a:schemeClr val="bg1"/>
                </a:solidFill>
              </a:rPr>
              <a:t>sklearn.preprocessing</a:t>
            </a:r>
            <a:r>
              <a:rPr lang="en-US" b="1" dirty="0">
                <a:solidFill>
                  <a:schemeClr val="bg1"/>
                </a:solidFill>
              </a:rPr>
              <a:t> import </a:t>
            </a:r>
            <a:r>
              <a:rPr lang="en-US" b="1" dirty="0" err="1">
                <a:solidFill>
                  <a:schemeClr val="bg1"/>
                </a:solidFill>
              </a:rPr>
              <a:t>OneHotEncoder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Ohe=</a:t>
            </a:r>
            <a:r>
              <a:rPr lang="en-US" b="1" dirty="0" err="1">
                <a:solidFill>
                  <a:schemeClr val="bg1"/>
                </a:solidFill>
              </a:rPr>
              <a:t>OneHotEncoder</a:t>
            </a:r>
            <a:r>
              <a:rPr lang="en-US" b="1" dirty="0">
                <a:solidFill>
                  <a:schemeClr val="bg1"/>
                </a:solidFill>
              </a:rPr>
              <a:t>(drop=‘first’,</a:t>
            </a:r>
            <a:r>
              <a:rPr lang="en-US" b="1" dirty="0" err="1">
                <a:solidFill>
                  <a:schemeClr val="bg1"/>
                </a:solidFill>
              </a:rPr>
              <a:t>sparse_output</a:t>
            </a:r>
            <a:r>
              <a:rPr lang="en-US" b="1" dirty="0">
                <a:solidFill>
                  <a:schemeClr val="bg1"/>
                </a:solidFill>
              </a:rPr>
              <a:t>=</a:t>
            </a:r>
            <a:r>
              <a:rPr lang="en-US" b="1" dirty="0" err="1">
                <a:solidFill>
                  <a:schemeClr val="bg1"/>
                </a:solidFill>
              </a:rPr>
              <a:t>False,handle_unknown</a:t>
            </a:r>
            <a:r>
              <a:rPr lang="en-US" b="1" dirty="0">
                <a:solidFill>
                  <a:schemeClr val="bg1"/>
                </a:solidFill>
              </a:rPr>
              <a:t>='ignore')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66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39354-EB80-4378-BCF6-2DC81464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92188D-1FD9-AC35-AAD9-EE673B7D8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0" y="446568"/>
            <a:ext cx="7104888" cy="767458"/>
          </a:xfrm>
        </p:spPr>
        <p:txBody>
          <a:bodyPr>
            <a:normAutofit/>
          </a:bodyPr>
          <a:lstStyle/>
          <a:p>
            <a:r>
              <a:rPr lang="en-US" dirty="0"/>
              <a:t>Next steps: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050EE3-2F3B-92D6-795A-FDC30BC40A86}"/>
                  </a:ext>
                </a:extLst>
              </p:cNvPr>
              <p:cNvSpPr txBox="1"/>
              <p:nvPr/>
            </p:nvSpPr>
            <p:spPr>
              <a:xfrm>
                <a:off x="131298" y="1162774"/>
                <a:ext cx="10592851" cy="2080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2) Preprocessing</a:t>
                </a:r>
              </a:p>
              <a:p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 err="1"/>
                  <a:t>StandardScaler</a:t>
                </a:r>
                <a:r>
                  <a:rPr lang="en-US" dirty="0"/>
                  <a:t>: Used for scaling scale of continuous numerical columns and avoid overpowering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estimates for larger scale estimators.</a:t>
                </a:r>
              </a:p>
              <a:p>
                <a:pPr lvl="4"/>
                <a:r>
                  <a:rPr lang="en-US" dirty="0"/>
                  <a:t>If X 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b/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050EE3-2F3B-92D6-795A-FDC30BC40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98" y="1162774"/>
                <a:ext cx="10592851" cy="2080698"/>
              </a:xfrm>
              <a:prstGeom prst="rect">
                <a:avLst/>
              </a:prstGeom>
              <a:blipFill>
                <a:blip r:embed="rId2"/>
                <a:stretch>
                  <a:fillRect l="-518" t="-1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505862-E767-1310-267E-C50C4015308A}"/>
                  </a:ext>
                </a:extLst>
              </p:cNvPr>
              <p:cNvSpPr txBox="1"/>
              <p:nvPr/>
            </p:nvSpPr>
            <p:spPr>
              <a:xfrm>
                <a:off x="262597" y="4486121"/>
                <a:ext cx="11929403" cy="444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Done after splitting the data as it may lead to data leakage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dirty="0"/>
                  <a:t> overfitting 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pos m:val="to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Poor predictions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505862-E767-1310-267E-C50C40153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97" y="4486121"/>
                <a:ext cx="11929403" cy="444674"/>
              </a:xfrm>
              <a:prstGeom prst="rect">
                <a:avLst/>
              </a:prstGeom>
              <a:blipFill>
                <a:blip r:embed="rId3"/>
                <a:stretch>
                  <a:fillRect t="-13699" b="-2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53D042A-CB83-E845-18D6-85B54793579B}"/>
              </a:ext>
            </a:extLst>
          </p:cNvPr>
          <p:cNvSpPr txBox="1"/>
          <p:nvPr/>
        </p:nvSpPr>
        <p:spPr>
          <a:xfrm>
            <a:off x="200767" y="4769573"/>
            <a:ext cx="11929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 scaling through </a:t>
            </a:r>
            <a:r>
              <a:rPr lang="en-US" dirty="0" err="1"/>
              <a:t>StandardScaler</a:t>
            </a:r>
            <a:r>
              <a:rPr lang="en-US" dirty="0"/>
              <a:t> the distribution of each column ~ N(0,1)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E4BA8-EC3D-1552-5AC4-C16F0BD34504}"/>
              </a:ext>
            </a:extLst>
          </p:cNvPr>
          <p:cNvSpPr txBox="1"/>
          <p:nvPr/>
        </p:nvSpPr>
        <p:spPr>
          <a:xfrm>
            <a:off x="3068516" y="5257542"/>
            <a:ext cx="5598942" cy="731520"/>
          </a:xfrm>
          <a:prstGeom prst="rect">
            <a:avLst/>
          </a:prstGeom>
          <a:solidFill>
            <a:schemeClr val="tx1"/>
          </a:solidFill>
          <a:ln w="762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from </a:t>
            </a:r>
            <a:r>
              <a:rPr lang="en-US" b="1" dirty="0" err="1">
                <a:solidFill>
                  <a:schemeClr val="bg1"/>
                </a:solidFill>
              </a:rPr>
              <a:t>sklearn.preprocessing</a:t>
            </a:r>
            <a:r>
              <a:rPr lang="en-US" b="1" dirty="0">
                <a:solidFill>
                  <a:schemeClr val="bg1"/>
                </a:solidFill>
              </a:rPr>
              <a:t> import </a:t>
            </a:r>
            <a:r>
              <a:rPr lang="en-US" b="1" dirty="0" err="1">
                <a:solidFill>
                  <a:schemeClr val="bg1"/>
                </a:solidFill>
              </a:rPr>
              <a:t>StandardScaler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sc</a:t>
            </a:r>
            <a:r>
              <a:rPr lang="en-US" b="1" dirty="0">
                <a:solidFill>
                  <a:schemeClr val="bg1"/>
                </a:solidFill>
              </a:rPr>
              <a:t>= </a:t>
            </a:r>
            <a:r>
              <a:rPr lang="en-US" b="1" dirty="0" err="1">
                <a:solidFill>
                  <a:schemeClr val="bg1"/>
                </a:solidFill>
              </a:rPr>
              <a:t>StandardScaler</a:t>
            </a:r>
            <a:r>
              <a:rPr lang="en-US" b="1" dirty="0">
                <a:solidFill>
                  <a:schemeClr val="bg1"/>
                </a:solidFill>
              </a:rPr>
              <a:t>()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137664-70AB-8674-FE62-1DBB8896915A}"/>
                  </a:ext>
                </a:extLst>
              </p:cNvPr>
              <p:cNvSpPr txBox="1"/>
              <p:nvPr/>
            </p:nvSpPr>
            <p:spPr>
              <a:xfrm>
                <a:off x="2227832" y="3424147"/>
                <a:ext cx="6025415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dirty="0"/>
                  <a:t> (ill-conditioned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&gt;&gt;&gt;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137664-70AB-8674-FE62-1DBB88969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832" y="3424147"/>
                <a:ext cx="6025415" cy="5355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03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978E5C-68B5-EB13-54D0-292577D08D9C}"/>
                  </a:ext>
                </a:extLst>
              </p:cNvPr>
              <p:cNvSpPr txBox="1"/>
              <p:nvPr/>
            </p:nvSpPr>
            <p:spPr>
              <a:xfrm>
                <a:off x="1016876" y="1213944"/>
                <a:ext cx="5584934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Assumptions of OLS:</a:t>
                </a:r>
              </a:p>
              <a:p>
                <a:endParaRPr lang="en-US" dirty="0"/>
              </a:p>
              <a:p>
                <a:pPr marL="342900" indent="-342900">
                  <a:buAutoNum type="arabicParenR"/>
                </a:pPr>
                <a:r>
                  <a:rPr lang="en-US" dirty="0"/>
                  <a:t>Linearity: Y = 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arenR"/>
                </a:pPr>
                <a:endParaRPr lang="en-US" dirty="0"/>
              </a:p>
              <a:p>
                <a:pPr marL="342900" indent="-342900">
                  <a:buAutoNum type="arabicParenR"/>
                </a:pPr>
                <a:r>
                  <a:rPr lang="en-US" dirty="0"/>
                  <a:t>Homoscedasticity: Var(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| </a:t>
                </a:r>
                <a:r>
                  <a:rPr lang="en-US" dirty="0"/>
                  <a:t>Var(Y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342900" indent="-342900">
                  <a:buAutoNum type="arabicParenR"/>
                </a:pPr>
                <a:endParaRPr lang="en-US" dirty="0"/>
              </a:p>
              <a:p>
                <a:pPr marL="342900" indent="-342900">
                  <a:buAutoNum type="arabicParenR"/>
                </a:pPr>
                <a:r>
                  <a:rPr lang="en-US" dirty="0"/>
                  <a:t>Normality of errors: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~N(0,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 | Y~N(X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marL="342900" indent="-342900">
                  <a:buAutoNum type="arabicParenR"/>
                </a:pPr>
                <a:endParaRPr lang="en-US" dirty="0"/>
              </a:p>
              <a:p>
                <a:pPr marL="342900" indent="-342900">
                  <a:buAutoNum type="arabicParenR"/>
                </a:pPr>
                <a:r>
                  <a:rPr lang="en-US" dirty="0"/>
                  <a:t>Zero mean error: E(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=0 | E(Y|X)=X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marL="342900" indent="-342900">
                  <a:buAutoNum type="arabicParenR"/>
                </a:pPr>
                <a:endParaRPr lang="en-US" dirty="0"/>
              </a:p>
              <a:p>
                <a:pPr marL="342900" indent="-342900">
                  <a:buAutoNum type="arabicParenR"/>
                </a:pPr>
                <a:r>
                  <a:rPr lang="en-US" dirty="0"/>
                  <a:t>Independence: Cov(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)=0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978E5C-68B5-EB13-54D0-292577D08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76" y="1213944"/>
                <a:ext cx="5584934" cy="3139321"/>
              </a:xfrm>
              <a:prstGeom prst="rect">
                <a:avLst/>
              </a:prstGeom>
              <a:blipFill>
                <a:blip r:embed="rId2"/>
                <a:stretch>
                  <a:fillRect l="-983" t="-971" b="-23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5721A974-7854-5931-608A-8448D83C9458}"/>
              </a:ext>
            </a:extLst>
          </p:cNvPr>
          <p:cNvCxnSpPr>
            <a:cxnSpLocks/>
          </p:cNvCxnSpPr>
          <p:nvPr/>
        </p:nvCxnSpPr>
        <p:spPr>
          <a:xfrm>
            <a:off x="5221013" y="3563229"/>
            <a:ext cx="2169073" cy="664423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ADCC7D-5D0D-9E74-3415-A074FC492EFD}"/>
              </a:ext>
            </a:extLst>
          </p:cNvPr>
          <p:cNvSpPr txBox="1"/>
          <p:nvPr/>
        </p:nvSpPr>
        <p:spPr>
          <a:xfrm>
            <a:off x="7390086" y="3967293"/>
            <a:ext cx="323587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Always 0 by construction for an OLS model with intercept.</a:t>
            </a:r>
          </a:p>
        </p:txBody>
      </p:sp>
    </p:spTree>
    <p:extLst>
      <p:ext uri="{BB962C8B-B14F-4D97-AF65-F5344CB8AC3E}">
        <p14:creationId xmlns:p14="http://schemas.microsoft.com/office/powerpoint/2010/main" val="406234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97C7-F56A-29EB-886A-A84735B7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913E03-35F9-0F3B-6B13-4193A16CD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0" y="446568"/>
            <a:ext cx="7104888" cy="767458"/>
          </a:xfrm>
        </p:spPr>
        <p:txBody>
          <a:bodyPr>
            <a:normAutofit/>
          </a:bodyPr>
          <a:lstStyle/>
          <a:p>
            <a:r>
              <a:rPr lang="en-US" dirty="0"/>
              <a:t>Next steps: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3D2562-1CAA-32DC-F71F-843589870611}"/>
              </a:ext>
            </a:extLst>
          </p:cNvPr>
          <p:cNvSpPr txBox="1"/>
          <p:nvPr/>
        </p:nvSpPr>
        <p:spPr>
          <a:xfrm>
            <a:off x="131298" y="1162774"/>
            <a:ext cx="10592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3) Residual Analysis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Fitted v/s Residual values: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99BDBC-33AF-87A9-8CF9-E7E72838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262" y="692349"/>
            <a:ext cx="3364624" cy="26170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E64241-B114-FD77-4BCA-5E5FE7F03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170" y="808280"/>
            <a:ext cx="3681248" cy="2426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A871FD-E59D-0F57-E0A2-31BC2A380C0D}"/>
              </a:ext>
            </a:extLst>
          </p:cNvPr>
          <p:cNvSpPr txBox="1"/>
          <p:nvPr/>
        </p:nvSpPr>
        <p:spPr>
          <a:xfrm>
            <a:off x="3757262" y="3346905"/>
            <a:ext cx="3364624" cy="6924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The residual v/s Fitted value plot shows a non-linear structure and requires polynomial features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ED753-794E-A03E-11E6-022F63FDDEB0}"/>
              </a:ext>
            </a:extLst>
          </p:cNvPr>
          <p:cNvSpPr txBox="1"/>
          <p:nvPr/>
        </p:nvSpPr>
        <p:spPr>
          <a:xfrm>
            <a:off x="7855170" y="3346904"/>
            <a:ext cx="3681248" cy="6924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Obtained polynomial features from the existing features and the plot now seems more balanced across the 0 line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4E50CC-1727-84EC-0F3F-1521F737793F}"/>
              </a:ext>
            </a:extLst>
          </p:cNvPr>
          <p:cNvCxnSpPr/>
          <p:nvPr/>
        </p:nvCxnSpPr>
        <p:spPr>
          <a:xfrm>
            <a:off x="4217276" y="2140169"/>
            <a:ext cx="2565838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58E854-CBF8-89FE-DE52-850D31F2BA9E}"/>
              </a:ext>
            </a:extLst>
          </p:cNvPr>
          <p:cNvCxnSpPr/>
          <p:nvPr/>
        </p:nvCxnSpPr>
        <p:spPr>
          <a:xfrm>
            <a:off x="8385942" y="1902372"/>
            <a:ext cx="2565838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66606A-08A4-74C7-8F04-C0DAA0D5F91C}"/>
                  </a:ext>
                </a:extLst>
              </p:cNvPr>
              <p:cNvSpPr txBox="1"/>
              <p:nvPr/>
            </p:nvSpPr>
            <p:spPr>
              <a:xfrm>
                <a:off x="740792" y="4329292"/>
                <a:ext cx="8387442" cy="17851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300" dirty="0"/>
                  <a:t>RAMSEY RESET Test: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300" dirty="0"/>
                  <a:t>: </a:t>
                </a:r>
                <a:r>
                  <a:rPr lang="en-US" sz="1400" dirty="0"/>
                  <a:t>Model is correctly specified (linear in parameters)</a:t>
                </a:r>
                <a:endParaRPr lang="en-US" sz="13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300" dirty="0"/>
                  <a:t> </a:t>
                </a:r>
                <a:r>
                  <a:rPr lang="en-US" sz="1400" dirty="0"/>
                  <a:t>Model is mis-specified (nonlinearity exists)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After running the test following F-stat and p-value were obtained:</a:t>
                </a:r>
              </a:p>
              <a:p>
                <a:r>
                  <a:rPr lang="en-US" sz="1400" dirty="0"/>
                  <a:t>                                                                                   As the p-value being so close to 0 we can safely reject the NULL and conclude that there indeed is a non-linearity.  </a:t>
                </a:r>
              </a:p>
              <a:p>
                <a:r>
                  <a:rPr lang="en-US" sz="1300" dirty="0"/>
                  <a:t>                                                                                        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66606A-08A4-74C7-8F04-C0DAA0D5F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92" y="4329292"/>
                <a:ext cx="8387442" cy="1785104"/>
              </a:xfrm>
              <a:prstGeom prst="rect">
                <a:avLst/>
              </a:prstGeom>
              <a:blipFill>
                <a:blip r:embed="rId4"/>
                <a:stretch>
                  <a:fillRect l="-145" r="-4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3A213B9A-7C75-9420-7CF1-7AB00BC63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76" y="5448166"/>
            <a:ext cx="3239021" cy="20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921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16BE1E-1665-F0BD-D9CC-8B7F6D81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868" y="1791112"/>
            <a:ext cx="2114845" cy="1057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97884B-D197-8241-E533-410DB24D1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96" y="727466"/>
            <a:ext cx="2415717" cy="28232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FA9B45-2D94-253A-F6D7-A4F24019E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286" y="4111011"/>
            <a:ext cx="2114846" cy="1066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293150-893B-410A-413A-B8D5192AF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305" y="4041361"/>
            <a:ext cx="2207098" cy="22147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4F2FA3-8AAC-3C49-6126-003E070DB488}"/>
              </a:ext>
            </a:extLst>
          </p:cNvPr>
          <p:cNvSpPr txBox="1"/>
          <p:nvPr/>
        </p:nvSpPr>
        <p:spPr>
          <a:xfrm>
            <a:off x="350783" y="224659"/>
            <a:ext cx="32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Q-Q Plot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5FEEA9-6468-9DCC-91EB-FC512CC5C311}"/>
                  </a:ext>
                </a:extLst>
              </p:cNvPr>
              <p:cNvSpPr txBox="1"/>
              <p:nvPr/>
            </p:nvSpPr>
            <p:spPr>
              <a:xfrm>
                <a:off x="5147442" y="1241613"/>
                <a:ext cx="6727933" cy="3787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Q-Q plot is used to compare quantiles directly </a:t>
                </a:r>
              </a:p>
              <a:p>
                <a:r>
                  <a:rPr lang="en-US" dirty="0"/>
                  <a:t>The plot shows that there are heavy tails </a:t>
                </a:r>
              </a:p>
              <a:p>
                <a:r>
                  <a:rPr lang="en-US" dirty="0"/>
                  <a:t>Jarque-Bera test: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Data is normally distributed/ Skewness = 0 &amp; Kurtosis =3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Data is not-normally distributed/ Skewness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0 &amp; Kurtosis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3</a:t>
                </a:r>
              </a:p>
              <a:p>
                <a:endParaRPr lang="en-US" dirty="0"/>
              </a:p>
              <a:p>
                <a:r>
                  <a:rPr lang="en-US" dirty="0"/>
                  <a:t>JB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Log helps with right skew, but it does not fix all types of non-normality as evident from the q-q plot and JB test.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5FEEA9-6468-9DCC-91EB-FC512CC5C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442" y="1241613"/>
                <a:ext cx="6727933" cy="3787191"/>
              </a:xfrm>
              <a:prstGeom prst="rect">
                <a:avLst/>
              </a:prstGeom>
              <a:blipFill>
                <a:blip r:embed="rId6"/>
                <a:stretch>
                  <a:fillRect l="-725" t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6B74725-7210-2C25-16F4-65425F0A8453}"/>
              </a:ext>
            </a:extLst>
          </p:cNvPr>
          <p:cNvSpPr txBox="1"/>
          <p:nvPr/>
        </p:nvSpPr>
        <p:spPr>
          <a:xfrm>
            <a:off x="5178973" y="5018156"/>
            <a:ext cx="56795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Such data behavior can be due to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Being discrete/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Having left tail heavy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Overdispersion (will talk about it later)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61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963515-A07E-0923-FDF3-0A0574BD229D}"/>
                  </a:ext>
                </a:extLst>
              </p:cNvPr>
              <p:cNvSpPr txBox="1"/>
              <p:nvPr/>
            </p:nvSpPr>
            <p:spPr>
              <a:xfrm>
                <a:off x="3822950" y="193917"/>
                <a:ext cx="8080015" cy="23134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The residual plot suggests heteroscedasticity, as the spread of residuals increases with fitted values.</a:t>
                </a:r>
              </a:p>
              <a:p>
                <a:endParaRPr lang="en-US" sz="1300" dirty="0"/>
              </a:p>
              <a:p>
                <a:r>
                  <a:rPr lang="en-US" sz="1300" dirty="0"/>
                  <a:t>White Test: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300" dirty="0"/>
                  <a:t>: </a:t>
                </a:r>
                <a:r>
                  <a:rPr lang="en-US" sz="1400" dirty="0"/>
                  <a:t>Variance is constant (homoscedasticity)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300" dirty="0"/>
                  <a:t> </a:t>
                </a:r>
                <a:r>
                  <a:rPr lang="en-US" sz="1400" dirty="0"/>
                  <a:t>Variance depends on predictors (heteroscedasticity)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After running the test following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sz="1400" dirty="0"/>
                  <a:t>-stat and p-value were obtained:</a:t>
                </a:r>
              </a:p>
              <a:p>
                <a:r>
                  <a:rPr lang="en-US" sz="1400" dirty="0"/>
                  <a:t>                                                                                   </a:t>
                </a:r>
              </a:p>
              <a:p>
                <a:r>
                  <a:rPr lang="en-US" sz="1400" dirty="0"/>
                  <a:t>As the p-value being so close to 0 we can safely reject the NULL and conclude that there indeed is a heteroscedasticity.  </a:t>
                </a:r>
                <a:r>
                  <a:rPr lang="en-US" sz="1300" dirty="0"/>
                  <a:t>                                                                                      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963515-A07E-0923-FDF3-0A0574BD2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950" y="193917"/>
                <a:ext cx="8080015" cy="2313432"/>
              </a:xfrm>
              <a:prstGeom prst="rect">
                <a:avLst/>
              </a:prstGeom>
              <a:blipFill>
                <a:blip r:embed="rId2"/>
                <a:stretch>
                  <a:fillRect l="-151" t="-2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62795DA-BC10-4E99-F65F-52C409706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617" y="1301913"/>
            <a:ext cx="2486372" cy="5144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5A906E-337C-CE92-811F-DA8A9883ED12}"/>
                  </a:ext>
                </a:extLst>
              </p:cNvPr>
              <p:cNvSpPr txBox="1"/>
              <p:nvPr/>
            </p:nvSpPr>
            <p:spPr>
              <a:xfrm>
                <a:off x="141890" y="2680166"/>
                <a:ext cx="11761076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Linear models including linear regression, regularized linear regression, or robust linear regression should not be used when the output is count because the predictions are always continuous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(-</a:t>
                </a:r>
                <a:r>
                  <a:rPr lang="en-US" dirty="0" err="1"/>
                  <a:t>inf,inf</a:t>
                </a:r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5A906E-337C-CE92-811F-DA8A9883E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90" y="2680166"/>
                <a:ext cx="11761076" cy="646331"/>
              </a:xfrm>
              <a:prstGeom prst="rect">
                <a:avLst/>
              </a:prstGeom>
              <a:blipFill>
                <a:blip r:embed="rId4"/>
                <a:stretch>
                  <a:fillRect l="-362" t="-4630" r="-776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69F1DDA-83C7-6EA2-3991-CF38CB396A7F}"/>
              </a:ext>
            </a:extLst>
          </p:cNvPr>
          <p:cNvSpPr txBox="1"/>
          <p:nvPr/>
        </p:nvSpPr>
        <p:spPr>
          <a:xfrm>
            <a:off x="141890" y="3429000"/>
            <a:ext cx="74807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Bierstadt" panose="020B0004020202020204" pitchFamily="34" charset="0"/>
              <a:buChar char="x"/>
            </a:pPr>
            <a:r>
              <a:rPr lang="en-US" dirty="0"/>
              <a:t>Constant Variance assumption violated</a:t>
            </a:r>
          </a:p>
          <a:p>
            <a:pPr>
              <a:buClr>
                <a:srgbClr val="FF0000"/>
              </a:buClr>
            </a:pPr>
            <a:endParaRPr lang="en-US" dirty="0"/>
          </a:p>
          <a:p>
            <a:pPr marL="285750" indent="-285750">
              <a:buClr>
                <a:srgbClr val="FF0000"/>
              </a:buClr>
              <a:buFont typeface="Bierstadt" panose="020B0004020202020204" pitchFamily="34" charset="0"/>
              <a:buChar char="x"/>
            </a:pPr>
            <a:r>
              <a:rPr lang="en-US" dirty="0"/>
              <a:t>Normal error assumption violated</a:t>
            </a:r>
          </a:p>
          <a:p>
            <a:pPr marL="285750" indent="-285750">
              <a:buClr>
                <a:srgbClr val="FF0000"/>
              </a:buClr>
              <a:buFont typeface="Bierstadt" panose="020B0004020202020204" pitchFamily="34" charset="0"/>
              <a:buChar char="x"/>
            </a:pPr>
            <a:endParaRPr lang="en-US" dirty="0"/>
          </a:p>
          <a:p>
            <a:pPr marL="285750" indent="-285750">
              <a:buClr>
                <a:srgbClr val="FF0000"/>
              </a:buClr>
              <a:buFont typeface="Bierstadt" panose="020B0004020202020204" pitchFamily="34" charset="0"/>
              <a:buChar char="x"/>
            </a:pPr>
            <a:endParaRPr lang="en-US" dirty="0"/>
          </a:p>
          <a:p>
            <a:pPr marL="285750" indent="-285750">
              <a:buClr>
                <a:srgbClr val="FF0000"/>
              </a:buClr>
              <a:buFont typeface="Bierstadt" panose="020B0004020202020204" pitchFamily="34" charset="0"/>
              <a:buChar char="x"/>
            </a:pPr>
            <a:r>
              <a:rPr lang="en-US" dirty="0"/>
              <a:t>Continuous Support	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95BAF0F-2D81-8EC1-1589-527D9C86F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71" y="4447846"/>
            <a:ext cx="2672584" cy="11272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BF78733-F3E8-B6B2-FF22-ECF1B5512E2C}"/>
              </a:ext>
            </a:extLst>
          </p:cNvPr>
          <p:cNvSpPr txBox="1"/>
          <p:nvPr/>
        </p:nvSpPr>
        <p:spPr>
          <a:xfrm>
            <a:off x="6665272" y="4615356"/>
            <a:ext cx="1221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Output Variable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12996FD-4C91-24F4-F480-392508056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3561" y="4434023"/>
            <a:ext cx="2222774" cy="114105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C672B58-3637-7A81-129A-9F09EEAF9F2C}"/>
              </a:ext>
            </a:extLst>
          </p:cNvPr>
          <p:cNvSpPr txBox="1"/>
          <p:nvPr/>
        </p:nvSpPr>
        <p:spPr>
          <a:xfrm>
            <a:off x="3533923" y="4574092"/>
            <a:ext cx="8843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LR prediction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C4C416-A112-9015-565B-05587CEFC713}"/>
              </a:ext>
            </a:extLst>
          </p:cNvPr>
          <p:cNvSpPr txBox="1"/>
          <p:nvPr/>
        </p:nvSpPr>
        <p:spPr>
          <a:xfrm>
            <a:off x="30217" y="5685782"/>
            <a:ext cx="12131566" cy="1138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/>
              <a:t>SUMMARY:</a:t>
            </a:r>
            <a:r>
              <a:rPr lang="en-US" sz="1700" dirty="0"/>
              <a:t> We can capture nonlinearity by including polynomial features, preserving linearity in the parameters. The residuals remain non-normal, which does not affect the unbiasedness of OLS estimates but does make inference unreliable. However, the presence of heteroscedasticity and the non-Gaussian nature of the response indicate a mis-specified error distribution. Therefore, we move to a GLM framework, which models both the mean and variance appropriately.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D0B513-5DDA-0FD3-0810-24185D255408}"/>
              </a:ext>
            </a:extLst>
          </p:cNvPr>
          <p:cNvGrpSpPr/>
          <p:nvPr/>
        </p:nvGrpSpPr>
        <p:grpSpPr>
          <a:xfrm>
            <a:off x="141890" y="112140"/>
            <a:ext cx="3574831" cy="2394726"/>
            <a:chOff x="141890" y="112140"/>
            <a:chExt cx="3574831" cy="239472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79744BD-4CE4-FC74-4D03-1D6801EB1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1890" y="193917"/>
              <a:ext cx="3574831" cy="231294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83B17E-807A-DDCA-1FD4-17ED520ADC79}"/>
                    </a:ext>
                  </a:extLst>
                </p14:cNvPr>
                <p14:cNvContentPartPr/>
                <p14:nvPr/>
              </p14:nvContentPartPr>
              <p14:xfrm>
                <a:off x="1706561" y="112140"/>
                <a:ext cx="140040" cy="13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83B17E-807A-DDCA-1FD4-17ED520ADC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97561" y="103500"/>
                  <a:ext cx="157680" cy="3132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29BB2C3-4711-D4A8-19D0-1BA9051945C8}"/>
                </a:ext>
              </a:extLst>
            </p:cNvPr>
            <p:cNvSpPr/>
            <p:nvPr/>
          </p:nvSpPr>
          <p:spPr>
            <a:xfrm>
              <a:off x="1564728" y="244366"/>
              <a:ext cx="1072055" cy="765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558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3E0C-3E39-F68C-B82E-DD8E40C4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F0D19-5234-4E7F-6723-60C522B63328}"/>
              </a:ext>
            </a:extLst>
          </p:cNvPr>
          <p:cNvSpPr txBox="1"/>
          <p:nvPr/>
        </p:nvSpPr>
        <p:spPr>
          <a:xfrm>
            <a:off x="43354" y="390197"/>
            <a:ext cx="118950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Generalized Linear Models</a:t>
            </a:r>
          </a:p>
          <a:p>
            <a:endParaRPr lang="en-US" dirty="0"/>
          </a:p>
          <a:p>
            <a:r>
              <a:rPr lang="en-US" dirty="0"/>
              <a:t>GLMs are framework used to extend linear regression to handle: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Non-Normal data</a:t>
            </a:r>
          </a:p>
          <a:p>
            <a:pPr marL="342900" indent="-342900">
              <a:buAutoNum type="arabicParenR"/>
            </a:pPr>
            <a:r>
              <a:rPr lang="en-US" dirty="0"/>
              <a:t>Non-Constant variance</a:t>
            </a:r>
          </a:p>
          <a:p>
            <a:pPr marL="342900" indent="-342900">
              <a:buAutoNum type="arabicParenR"/>
            </a:pPr>
            <a:r>
              <a:rPr lang="en-US" dirty="0"/>
              <a:t>Non-linear relationship (via transformation)</a:t>
            </a:r>
          </a:p>
          <a:p>
            <a:pPr marL="342900" indent="-342900">
              <a:buAutoNum type="arabicParenR"/>
            </a:pPr>
            <a:endParaRPr lang="en-US" dirty="0"/>
          </a:p>
          <a:p>
            <a:r>
              <a:rPr lang="en-US" dirty="0"/>
              <a:t>But it still has some assumption which it carries from linear regression: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Independence</a:t>
            </a:r>
          </a:p>
          <a:p>
            <a:pPr marL="342900" indent="-342900">
              <a:buAutoNum type="arabicParenR"/>
            </a:pPr>
            <a:r>
              <a:rPr lang="en-US" dirty="0"/>
              <a:t>No Multicollinearity</a:t>
            </a:r>
          </a:p>
          <a:p>
            <a:pPr marL="342900" indent="-342900">
              <a:buAutoNum type="arabicParenR"/>
            </a:pPr>
            <a:r>
              <a:rPr lang="en-US" dirty="0"/>
              <a:t>Zero mean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99840E-D035-EF92-D125-E19748A777D9}"/>
              </a:ext>
            </a:extLst>
          </p:cNvPr>
          <p:cNvSpPr txBox="1"/>
          <p:nvPr/>
        </p:nvSpPr>
        <p:spPr>
          <a:xfrm>
            <a:off x="1887922" y="5060731"/>
            <a:ext cx="1497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Components of GLMs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12150EA-7CA2-F414-A233-7BA9ACAB8881}"/>
              </a:ext>
            </a:extLst>
          </p:cNvPr>
          <p:cNvSpPr/>
          <p:nvPr/>
        </p:nvSpPr>
        <p:spPr>
          <a:xfrm>
            <a:off x="3368175" y="4716053"/>
            <a:ext cx="524203" cy="110358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8446A-188C-B31F-1343-6AA64643E2B9}"/>
                  </a:ext>
                </a:extLst>
              </p:cNvPr>
              <p:cNvSpPr txBox="1"/>
              <p:nvPr/>
            </p:nvSpPr>
            <p:spPr>
              <a:xfrm>
                <a:off x="4044512" y="4667681"/>
                <a:ext cx="410297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Distribution – Y ~ Distribution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Systematic component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= 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Link Function – g(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)=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=X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8446A-188C-B31F-1343-6AA64643E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512" y="4667681"/>
                <a:ext cx="4102976" cy="1200329"/>
              </a:xfrm>
              <a:prstGeom prst="rect">
                <a:avLst/>
              </a:prstGeom>
              <a:blipFill>
                <a:blip r:embed="rId2"/>
                <a:stretch>
                  <a:fillRect l="-1187" t="-3046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384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C0288-0E28-8262-8AE1-6801E814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496245-2C4B-15B0-1F64-4C325E5415D2}"/>
              </a:ext>
            </a:extLst>
          </p:cNvPr>
          <p:cNvSpPr txBox="1"/>
          <p:nvPr/>
        </p:nvSpPr>
        <p:spPr>
          <a:xfrm>
            <a:off x="172105" y="4757244"/>
            <a:ext cx="101411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GLM models which have output range from [0,inf) would be fit for our data. Some, GLMs with +</a:t>
            </a:r>
            <a:r>
              <a:rPr lang="en-US" dirty="0" err="1"/>
              <a:t>ve</a:t>
            </a:r>
            <a:r>
              <a:rPr lang="en-US" dirty="0"/>
              <a:t> output are: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Poisson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Negative Binomial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Inverse Gaussian Regression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CB0A49-EE00-9E23-628F-3C63A0BB81ED}"/>
                  </a:ext>
                </a:extLst>
              </p:cNvPr>
              <p:cNvSpPr txBox="1"/>
              <p:nvPr/>
            </p:nvSpPr>
            <p:spPr>
              <a:xfrm>
                <a:off x="82769" y="3429000"/>
                <a:ext cx="1014116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  <a:p>
                <a:r>
                  <a:rPr lang="en-US" dirty="0"/>
                  <a:t>For exponential family variance is a function of the mean:</a:t>
                </a:r>
              </a:p>
              <a:p>
                <a:pPr algn="ctr"/>
                <a:r>
                  <a:rPr lang="en-US" dirty="0"/>
                  <a:t>Var(Y|X) = f(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CB0A49-EE00-9E23-628F-3C63A0BB8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69" y="3429000"/>
                <a:ext cx="10141169" cy="923330"/>
              </a:xfrm>
              <a:prstGeom prst="rect">
                <a:avLst/>
              </a:prstGeom>
              <a:blipFill>
                <a:blip r:embed="rId2"/>
                <a:stretch>
                  <a:fillRect l="-541" b="-9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6078455-7588-0CF4-0312-95C0812820D8}"/>
              </a:ext>
            </a:extLst>
          </p:cNvPr>
          <p:cNvSpPr txBox="1"/>
          <p:nvPr/>
        </p:nvSpPr>
        <p:spPr>
          <a:xfrm>
            <a:off x="82769" y="2555593"/>
            <a:ext cx="10488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variance increases with the mean, constant-variance models are inappropriate. GLMs are suitable because exponential family distributions explicitly define variance as a function of the mean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0CFAEC-BA29-AB66-7263-026E3FE89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182" y="139346"/>
            <a:ext cx="5222655" cy="237919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A01DCA-EAB3-8F7A-F4E9-9562A32EE9CA}"/>
              </a:ext>
            </a:extLst>
          </p:cNvPr>
          <p:cNvCxnSpPr/>
          <p:nvPr/>
        </p:nvCxnSpPr>
        <p:spPr>
          <a:xfrm flipV="1">
            <a:off x="2376652" y="788276"/>
            <a:ext cx="2573720" cy="1213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894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84AB-598C-6E40-96D7-E175A2BF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6FD7F7-25AB-B441-4B02-6A0AA6B93C76}"/>
                  </a:ext>
                </a:extLst>
              </p:cNvPr>
              <p:cNvSpPr txBox="1"/>
              <p:nvPr/>
            </p:nvSpPr>
            <p:spPr>
              <a:xfrm>
                <a:off x="174323" y="134115"/>
                <a:ext cx="3951623" cy="12590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500" i="1" dirty="0">
                    <a:latin typeface="Cambria Math" panose="02040503050406030204" pitchFamily="18" charset="0"/>
                  </a:rPr>
                  <a:t>Linear</a:t>
                </a:r>
                <a:r>
                  <a:rPr lang="en-US" sz="1500" b="0" i="1" dirty="0">
                    <a:latin typeface="Cambria Math" panose="02040503050406030204" pitchFamily="18" charset="0"/>
                  </a:rPr>
                  <a:t> Regression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 ~</a:t>
                </a:r>
                <a:r>
                  <a:rPr lang="en-US" sz="1500" b="0" i="1" dirty="0">
                    <a:latin typeface="Cambria Math" panose="02040503050406030204" pitchFamily="18" charset="0"/>
                  </a:rPr>
                  <a:t>N </a:t>
                </a:r>
                <a:r>
                  <a:rPr lang="en-US" sz="1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5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r>
                  <a:rPr lang="en-US" sz="1500" dirty="0"/>
                  <a:t>Support: Y </a:t>
                </a:r>
                <a14:m>
                  <m:oMath xmlns:m="http://schemas.openxmlformats.org/officeDocument/2006/math">
                    <m:r>
                      <a:rPr lang="en-US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500" dirty="0"/>
                  <a:t> (-</a:t>
                </a:r>
                <a:r>
                  <a:rPr lang="en-US" sz="1500" dirty="0" err="1"/>
                  <a:t>inf,inf</a:t>
                </a:r>
                <a:r>
                  <a:rPr lang="en-US" sz="1500" dirty="0"/>
                  <a:t>) </a:t>
                </a:r>
                <a:r>
                  <a:rPr lang="en-US" sz="1500" b="1" dirty="0"/>
                  <a:t>(Continuous)</a:t>
                </a:r>
              </a:p>
              <a:p>
                <a:r>
                  <a:rPr lang="en-US" sz="1500" dirty="0"/>
                  <a:t>Mean Variance Relationship: Var(Y|X)=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500" dirty="0"/>
              </a:p>
              <a:p>
                <a:r>
                  <a:rPr lang="en-US" sz="1500" dirty="0"/>
                  <a:t>Link function: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500" dirty="0"/>
                  <a:t> X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6FD7F7-25AB-B441-4B02-6A0AA6B93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23" y="134115"/>
                <a:ext cx="3951623" cy="1259063"/>
              </a:xfrm>
              <a:prstGeom prst="rect">
                <a:avLst/>
              </a:prstGeom>
              <a:blipFill>
                <a:blip r:embed="rId3"/>
                <a:stretch>
                  <a:fillRect l="-462" t="-478" b="-38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302FBF-1725-C5C7-67CC-641AF21A838E}"/>
                  </a:ext>
                </a:extLst>
              </p:cNvPr>
              <p:cNvSpPr txBox="1"/>
              <p:nvPr/>
            </p:nvSpPr>
            <p:spPr>
              <a:xfrm>
                <a:off x="227530" y="3721319"/>
                <a:ext cx="3962152" cy="13267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𝑒𝑔𝑎𝑡𝑖𝑣𝑒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𝐵𝑖𝑛𝑜𝑚𝑖𝑎𝑙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 b="0" i="1" dirty="0">
                    <a:latin typeface="Cambria Math" panose="02040503050406030204" pitchFamily="18" charset="0"/>
                  </a:rPr>
                  <a:t>Regression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 ~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𝑁𝐵</m:t>
                    </m:r>
                  </m:oMath>
                </a14:m>
                <a:r>
                  <a:rPr lang="en-US" sz="1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500" dirty="0"/>
                  <a:t>), log(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)=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r>
                  <a:rPr lang="en-US" sz="1500" dirty="0"/>
                  <a:t>Support: Y </a:t>
                </a:r>
                <a14:m>
                  <m:oMath xmlns:m="http://schemas.openxmlformats.org/officeDocument/2006/math">
                    <m:r>
                      <a:rPr lang="en-US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500" dirty="0"/>
                  <a:t> {0,1,2,3,…} </a:t>
                </a:r>
                <a:r>
                  <a:rPr lang="en-US" sz="1500" b="1" dirty="0"/>
                  <a:t>(Discrete)</a:t>
                </a:r>
              </a:p>
              <a:p>
                <a:r>
                  <a:rPr lang="en-US" sz="1500" dirty="0"/>
                  <a:t>Mean Variance Relationship: Var(Y|X)=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500" dirty="0"/>
                  <a:t>+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500" dirty="0"/>
              </a:p>
              <a:p>
                <a:r>
                  <a:rPr lang="en-US" sz="1500" dirty="0"/>
                  <a:t>Link function: log(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500" dirty="0"/>
                  <a:t>) = X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pos m:val="top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302FBF-1725-C5C7-67CC-641AF21A8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30" y="3721319"/>
                <a:ext cx="3962152" cy="1326710"/>
              </a:xfrm>
              <a:prstGeom prst="rect">
                <a:avLst/>
              </a:prstGeom>
              <a:blipFill>
                <a:blip r:embed="rId4"/>
                <a:stretch>
                  <a:fillRect l="-460" t="-455" b="-122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396EFA-8FC5-B5AA-7DFC-3E05F80E32DC}"/>
                  </a:ext>
                </a:extLst>
              </p:cNvPr>
              <p:cNvSpPr txBox="1"/>
              <p:nvPr/>
            </p:nvSpPr>
            <p:spPr>
              <a:xfrm>
                <a:off x="166937" y="2036266"/>
                <a:ext cx="3962152" cy="13267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500" b="0" i="1" dirty="0">
                    <a:latin typeface="Cambria Math" panose="02040503050406030204" pitchFamily="18" charset="0"/>
                  </a:rPr>
                  <a:t>Poisson Regression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 ~</a:t>
                </a:r>
                <a:r>
                  <a:rPr lang="en-US" sz="1500" i="1" dirty="0">
                    <a:latin typeface="Cambria Math" panose="02040503050406030204" pitchFamily="18" charset="0"/>
                  </a:rPr>
                  <a:t>Poisson </a:t>
                </a:r>
                <a:r>
                  <a:rPr lang="en-US" sz="1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), log(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)=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500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r>
                  <a:rPr lang="en-US" sz="1500" dirty="0"/>
                  <a:t>Support: Y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500" dirty="0"/>
                  <a:t> {0,1,2,3,…} </a:t>
                </a:r>
                <a:r>
                  <a:rPr lang="en-US" sz="1500" b="1" dirty="0"/>
                  <a:t>(Discrete)</a:t>
                </a:r>
              </a:p>
              <a:p>
                <a:r>
                  <a:rPr lang="en-US" sz="1500" dirty="0"/>
                  <a:t>Mean Variance Relationship: Var(Y|X)=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1500" dirty="0"/>
              </a:p>
              <a:p>
                <a:r>
                  <a:rPr lang="en-US" sz="1500" dirty="0"/>
                  <a:t>Link function: log(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500" dirty="0"/>
                  <a:t>) = X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pos m:val="top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396EFA-8FC5-B5AA-7DFC-3E05F80E3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37" y="2036266"/>
                <a:ext cx="3962152" cy="1326710"/>
              </a:xfrm>
              <a:prstGeom prst="rect">
                <a:avLst/>
              </a:prstGeom>
              <a:blipFill>
                <a:blip r:embed="rId5"/>
                <a:stretch>
                  <a:fillRect l="-460" t="-455" b="-1227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D08C03A-2212-B90E-C4D3-44E7765839CE}"/>
                  </a:ext>
                </a:extLst>
              </p:cNvPr>
              <p:cNvSpPr txBox="1"/>
              <p:nvPr/>
            </p:nvSpPr>
            <p:spPr>
              <a:xfrm>
                <a:off x="170079" y="5370890"/>
                <a:ext cx="3955868" cy="1371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𝑛𝑣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𝐺𝑎𝑢𝑠𝑠𝑖𝑎𝑛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 b="0" i="1" dirty="0">
                    <a:latin typeface="Cambria Math" panose="02040503050406030204" pitchFamily="18" charset="0"/>
                  </a:rPr>
                  <a:t>Regression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 ~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𝐼𝐺</m:t>
                    </m:r>
                  </m:oMath>
                </a14:m>
                <a:r>
                  <a:rPr lang="en-US" sz="15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500" dirty="0"/>
                  <a:t>), log(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500" dirty="0"/>
                  <a:t>)=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r>
                  <a:rPr lang="en-US" sz="1500" dirty="0"/>
                  <a:t>Support: Y </a:t>
                </a:r>
                <a14:m>
                  <m:oMath xmlns:m="http://schemas.openxmlformats.org/officeDocument/2006/math">
                    <m:r>
                      <a:rPr lang="en-US" sz="1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500" dirty="0"/>
                  <a:t> (0,inf) </a:t>
                </a:r>
                <a:r>
                  <a:rPr lang="en-US" sz="1500" b="1" dirty="0"/>
                  <a:t>(Continuous)</a:t>
                </a:r>
              </a:p>
              <a:p>
                <a:r>
                  <a:rPr lang="en-US" sz="1500" dirty="0"/>
                  <a:t>Mean Variance Relationship: Var(Y|X)=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𝜙</m:t>
                    </m:r>
                    <m:sSup>
                      <m:sSupPr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1500" dirty="0"/>
              </a:p>
              <a:p>
                <a:r>
                  <a:rPr lang="en-US" sz="1500" dirty="0"/>
                  <a:t>Link function: log(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500" dirty="0"/>
                  <a:t>) = X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pos m:val="top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15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500" b="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D08C03A-2212-B90E-C4D3-44E776583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9" y="5370890"/>
                <a:ext cx="3955868" cy="1371600"/>
              </a:xfrm>
              <a:prstGeom prst="rect">
                <a:avLst/>
              </a:prstGeom>
              <a:blipFill>
                <a:blip r:embed="rId6"/>
                <a:stretch>
                  <a:fillRect l="-461" t="-441" b="-88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Multiplication Sign 62">
            <a:extLst>
              <a:ext uri="{FF2B5EF4-FFF2-40B4-BE49-F238E27FC236}">
                <a16:creationId xmlns:a16="http://schemas.microsoft.com/office/drawing/2014/main" id="{9E3126DD-54B4-9AEA-541F-0B1508C4E161}"/>
              </a:ext>
            </a:extLst>
          </p:cNvPr>
          <p:cNvSpPr/>
          <p:nvPr/>
        </p:nvSpPr>
        <p:spPr>
          <a:xfrm>
            <a:off x="4367048" y="264072"/>
            <a:ext cx="453259" cy="89243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Multiplication Sign 64">
            <a:extLst>
              <a:ext uri="{FF2B5EF4-FFF2-40B4-BE49-F238E27FC236}">
                <a16:creationId xmlns:a16="http://schemas.microsoft.com/office/drawing/2014/main" id="{A0BBD9F4-8278-92BD-01AA-35DBE0C90DE4}"/>
              </a:ext>
            </a:extLst>
          </p:cNvPr>
          <p:cNvSpPr/>
          <p:nvPr/>
        </p:nvSpPr>
        <p:spPr>
          <a:xfrm>
            <a:off x="4367048" y="5858203"/>
            <a:ext cx="453259" cy="89243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1980F1-83C0-A55D-39FF-9B7DCFBB17BB}"/>
              </a:ext>
            </a:extLst>
          </p:cNvPr>
          <p:cNvSpPr txBox="1"/>
          <p:nvPr/>
        </p:nvSpPr>
        <p:spPr>
          <a:xfrm>
            <a:off x="5169116" y="524202"/>
            <a:ext cx="6926975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Output is continuous and support is (-</a:t>
            </a:r>
            <a:r>
              <a:rPr lang="en-US" dirty="0" err="1"/>
              <a:t>inf,inf</a:t>
            </a:r>
            <a:r>
              <a:rPr lang="en-US" dirty="0"/>
              <a:t>) not ideal for count data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BD5717-C8AB-3578-F60D-BE5871C4D37F}"/>
              </a:ext>
            </a:extLst>
          </p:cNvPr>
          <p:cNvSpPr txBox="1"/>
          <p:nvPr/>
        </p:nvSpPr>
        <p:spPr>
          <a:xfrm>
            <a:off x="5302508" y="6056690"/>
            <a:ext cx="4996316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Support is continuous not ideal for count data</a:t>
            </a:r>
          </a:p>
        </p:txBody>
      </p:sp>
      <p:pic>
        <p:nvPicPr>
          <p:cNvPr id="70" name="Graphic 69" descr="Exclamation mark with solid fill">
            <a:extLst>
              <a:ext uri="{FF2B5EF4-FFF2-40B4-BE49-F238E27FC236}">
                <a16:creationId xmlns:a16="http://schemas.microsoft.com/office/drawing/2014/main" id="{D4CED663-1ED3-7CDC-D59D-F2D9F1F64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9682" y="2228077"/>
            <a:ext cx="914400" cy="914400"/>
          </a:xfrm>
          <a:prstGeom prst="rect">
            <a:avLst/>
          </a:prstGeom>
        </p:spPr>
      </p:pic>
      <p:pic>
        <p:nvPicPr>
          <p:cNvPr id="71" name="Graphic 70" descr="Exclamation mark with solid fill">
            <a:extLst>
              <a:ext uri="{FF2B5EF4-FFF2-40B4-BE49-F238E27FC236}">
                <a16:creationId xmlns:a16="http://schemas.microsoft.com/office/drawing/2014/main" id="{6A7C35DD-8E7C-771D-9046-5BB54FD52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36476" y="3844120"/>
            <a:ext cx="914400" cy="9144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BAC7644-09AE-19A7-FE16-2BA44D2E3E6A}"/>
              </a:ext>
            </a:extLst>
          </p:cNvPr>
          <p:cNvSpPr txBox="1"/>
          <p:nvPr/>
        </p:nvSpPr>
        <p:spPr>
          <a:xfrm>
            <a:off x="5169116" y="2443423"/>
            <a:ext cx="4924756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Support is discrete maybe fit for such a data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553D05-CBA0-9DE6-C5FD-FA1CBF549FF6}"/>
              </a:ext>
            </a:extLst>
          </p:cNvPr>
          <p:cNvSpPr txBox="1"/>
          <p:nvPr/>
        </p:nvSpPr>
        <p:spPr>
          <a:xfrm>
            <a:off x="5271591" y="4068733"/>
            <a:ext cx="4924757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Support is discrete maybe fit for such a data</a:t>
            </a:r>
          </a:p>
        </p:txBody>
      </p:sp>
    </p:spTree>
    <p:extLst>
      <p:ext uri="{BB962C8B-B14F-4D97-AF65-F5344CB8AC3E}">
        <p14:creationId xmlns:p14="http://schemas.microsoft.com/office/powerpoint/2010/main" val="3747704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1626440A-E865-A81D-75CB-87B2D5E1A657}"/>
              </a:ext>
            </a:extLst>
          </p:cNvPr>
          <p:cNvSpPr txBox="1"/>
          <p:nvPr/>
        </p:nvSpPr>
        <p:spPr>
          <a:xfrm>
            <a:off x="4725382" y="1383730"/>
            <a:ext cx="4610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33D5DC-0EB0-9229-8472-EB4609E83EE1}"/>
                  </a:ext>
                </a:extLst>
              </p:cNvPr>
              <p:cNvSpPr txBox="1"/>
              <p:nvPr/>
            </p:nvSpPr>
            <p:spPr>
              <a:xfrm>
                <a:off x="78500" y="2943266"/>
                <a:ext cx="3879991" cy="29738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0.05,1</m:t>
                        </m:r>
                      </m:sub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1200" dirty="0"/>
                  <a:t> 3.84 and any p-value &lt; 0.05 we reject the NULL </a:t>
                </a: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33D5DC-0EB0-9229-8472-EB4609E83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" y="2943266"/>
                <a:ext cx="3879991" cy="297389"/>
              </a:xfrm>
              <a:prstGeom prst="rect">
                <a:avLst/>
              </a:prstGeom>
              <a:blipFill>
                <a:blip r:embed="rId2"/>
                <a:stretch>
                  <a:fillRect b="-7843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>
            <a:extLst>
              <a:ext uri="{FF2B5EF4-FFF2-40B4-BE49-F238E27FC236}">
                <a16:creationId xmlns:a16="http://schemas.microsoft.com/office/drawing/2014/main" id="{2E39F045-FB8F-ABB2-B124-240A2B1B8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0" y="3397316"/>
            <a:ext cx="2138174" cy="7455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83FDCAC-990B-5D19-D79D-99B48A240A88}"/>
                  </a:ext>
                </a:extLst>
              </p:cNvPr>
              <p:cNvSpPr txBox="1"/>
              <p:nvPr/>
            </p:nvSpPr>
            <p:spPr>
              <a:xfrm>
                <a:off x="78500" y="4267202"/>
                <a:ext cx="4087209" cy="64633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So, we can safely reject the NULL hypothesis claim that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 is +</a:t>
                </a:r>
                <a:r>
                  <a:rPr lang="en-US" sz="1200" dirty="0" err="1"/>
                  <a:t>ve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/>
                  <a:t>NB is better suited to model this data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83FDCAC-990B-5D19-D79D-99B48A240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0" y="4267202"/>
                <a:ext cx="4087209" cy="646331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4E9EBEF4-40CC-34C0-60B8-3006652C8DE7}"/>
              </a:ext>
            </a:extLst>
          </p:cNvPr>
          <p:cNvGrpSpPr/>
          <p:nvPr/>
        </p:nvGrpSpPr>
        <p:grpSpPr>
          <a:xfrm>
            <a:off x="376402" y="306534"/>
            <a:ext cx="3212224" cy="1997470"/>
            <a:chOff x="197069" y="4669244"/>
            <a:chExt cx="3212224" cy="199747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40727D9-3B76-F270-7A9D-333A68EAFFF4}"/>
                    </a:ext>
                  </a:extLst>
                </p:cNvPr>
                <p:cNvSpPr txBox="1"/>
                <p:nvPr/>
              </p:nvSpPr>
              <p:spPr>
                <a:xfrm>
                  <a:off x="197069" y="4669244"/>
                  <a:ext cx="3212224" cy="1498744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Hypothesis Testing (Using LRT)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  <a:p>
                  <a:r>
                    <a:rPr lang="el-GR" dirty="0"/>
                    <a:t>Λ</a:t>
                  </a:r>
                  <a:r>
                    <a:rPr lang="en-US" dirty="0"/>
                    <a:t>=2(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𝑛𝑏</m:t>
                          </m:r>
                        </m:sub>
                      </m:sSub>
                    </m:oMath>
                  </a14:m>
                  <a:r>
                    <a:rPr lang="en-US" dirty="0"/>
                    <a:t>-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𝑝𝑜𝑖𝑠</m:t>
                          </m:r>
                        </m:sub>
                      </m:sSub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40727D9-3B76-F270-7A9D-333A68EAF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069" y="4669244"/>
                  <a:ext cx="3212224" cy="1498744"/>
                </a:xfrm>
                <a:prstGeom prst="rect">
                  <a:avLst/>
                </a:prstGeom>
                <a:blipFill>
                  <a:blip r:embed="rId5"/>
                  <a:stretch>
                    <a:fillRect l="-1512" t="-1613" r="-756" b="-4032"/>
                  </a:stretch>
                </a:blip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56B7BB8-77EF-A0F5-9553-7617A5E54F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4921" y="6109138"/>
              <a:ext cx="189186" cy="275896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8749D58-A684-A3A8-7BAA-FC736131ED9E}"/>
                </a:ext>
              </a:extLst>
            </p:cNvPr>
            <p:cNvCxnSpPr>
              <a:cxnSpLocks/>
            </p:cNvCxnSpPr>
            <p:nvPr/>
          </p:nvCxnSpPr>
          <p:spPr>
            <a:xfrm>
              <a:off x="1208690" y="6132786"/>
              <a:ext cx="194441" cy="252248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6904AF5-50F5-BD4B-B490-381CC3B60C8C}"/>
                </a:ext>
              </a:extLst>
            </p:cNvPr>
            <p:cNvSpPr txBox="1"/>
            <p:nvPr/>
          </p:nvSpPr>
          <p:spPr>
            <a:xfrm>
              <a:off x="441434" y="6297382"/>
              <a:ext cx="614856" cy="36933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df</a:t>
              </a:r>
              <a:r>
                <a:rPr lang="en-US" dirty="0"/>
                <a:t> </a:t>
              </a:r>
              <a:r>
                <a:rPr lang="en-US" sz="1200" dirty="0"/>
                <a:t>=2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F7354A4-AAA2-5DC0-AADF-8E68ED8811A8}"/>
                </a:ext>
              </a:extLst>
            </p:cNvPr>
            <p:cNvSpPr txBox="1"/>
            <p:nvPr/>
          </p:nvSpPr>
          <p:spPr>
            <a:xfrm>
              <a:off x="1206062" y="6293856"/>
              <a:ext cx="551794" cy="36933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df</a:t>
              </a:r>
              <a:r>
                <a:rPr lang="en-US" dirty="0"/>
                <a:t> </a:t>
              </a:r>
              <a:r>
                <a:rPr lang="en-US" sz="1200" dirty="0"/>
                <a:t>=1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7C89A0-356B-FBC3-A66B-002BFE30894C}"/>
                  </a:ext>
                </a:extLst>
              </p:cNvPr>
              <p:cNvSpPr txBox="1"/>
              <p:nvPr/>
            </p:nvSpPr>
            <p:spPr>
              <a:xfrm>
                <a:off x="4299389" y="173698"/>
                <a:ext cx="7626568" cy="1991571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𝑝𝑜𝑖𝑠𝑠𝑜𝑛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𝑝𝑜𝑖𝑠𝑠𝑜𝑛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!)</m:t>
                      </m:r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𝑝𝑜𝑖𝑠𝑠𝑜𝑛</m:t>
                              </m:r>
                            </m:sub>
                          </m:sSub>
                        </m:e>
                        <m:sub/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07C89A0-356B-FBC3-A66B-002BFE308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389" y="173698"/>
                <a:ext cx="7626568" cy="19915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0487271-992B-5414-DCEF-94A731595523}"/>
                  </a:ext>
                </a:extLst>
              </p:cNvPr>
              <p:cNvSpPr txBox="1"/>
              <p:nvPr/>
            </p:nvSpPr>
            <p:spPr>
              <a:xfrm>
                <a:off x="4299389" y="2300478"/>
                <a:ext cx="7626568" cy="2193677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b="0" i="1" dirty="0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dirty="0" smtClean="0"/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𝛼𝜇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dirty="0" smtClean="0"/>
                          <m:t>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𝛼𝜇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𝛼𝜇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fun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fun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+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l-G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0487271-992B-5414-DCEF-94A731595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389" y="2300478"/>
                <a:ext cx="7626568" cy="21936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F4468E6-508F-22D9-259B-EA7E2A66D7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00" y="5169442"/>
            <a:ext cx="631595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3771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3514</TotalTime>
  <Words>1424</Words>
  <Application>Microsoft Office PowerPoint</Application>
  <PresentationFormat>Widescreen</PresentationFormat>
  <Paragraphs>178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Bierstadt</vt:lpstr>
      <vt:lpstr>Cambria Math</vt:lpstr>
      <vt:lpstr>Wingdings</vt:lpstr>
      <vt:lpstr>GestaltVTI</vt:lpstr>
      <vt:lpstr>Mathematical Statistics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Aarsh Sachdeva</dc:creator>
  <cp:lastModifiedBy>Aarsh Sachdeva</cp:lastModifiedBy>
  <cp:revision>1</cp:revision>
  <dcterms:created xsi:type="dcterms:W3CDTF">2026-04-19T17:52:23Z</dcterms:created>
  <dcterms:modified xsi:type="dcterms:W3CDTF">2026-04-22T04:27:02Z</dcterms:modified>
</cp:coreProperties>
</file>